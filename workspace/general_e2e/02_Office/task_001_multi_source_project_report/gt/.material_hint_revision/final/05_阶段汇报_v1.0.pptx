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7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8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9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0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2.xml" ContentType="application/vnd.openxmlformats-officedocument.drawingml.chart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d9c52c0a2d4e90" /><Relationship Type="http://schemas.openxmlformats.org/officeDocument/2006/relationships/extended-properties" Target="/docProps/app.xml" Id="R0c1e011985f04927" /><Relationship Type="http://schemas.openxmlformats.org/officeDocument/2006/relationships/officeDocument" Target="/ppt/presentation.xml" Id="Rad1b941552e5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cc54be18d34882"/>
  </p:sldMasterIdLst>
  <p:notesMasterIdLst>
    <p:notesMasterId xmlns:r="http://schemas.openxmlformats.org/officeDocument/2006/relationships" r:id="R4e78d4cf48e7477b"/>
  </p:notesMasterIdLst>
  <p:sldIdLst>
    <p:sldId xmlns:r="http://schemas.openxmlformats.org/officeDocument/2006/relationships" id="256" r:id="Rc074156ec778404c"/>
    <p:sldId xmlns:r="http://schemas.openxmlformats.org/officeDocument/2006/relationships" id="257" r:id="Ref84eb47cda24953"/>
    <p:sldId xmlns:r="http://schemas.openxmlformats.org/officeDocument/2006/relationships" id="258" r:id="R3b2e155bc0a74948"/>
    <p:sldId xmlns:r="http://schemas.openxmlformats.org/officeDocument/2006/relationships" id="259" r:id="R7a41df4e20724445"/>
    <p:sldId xmlns:r="http://schemas.openxmlformats.org/officeDocument/2006/relationships" id="260" r:id="R0e4dfd5e92614949"/>
    <p:sldId xmlns:r="http://schemas.openxmlformats.org/officeDocument/2006/relationships" id="261" r:id="R40177208bf994d20"/>
    <p:sldId xmlns:r="http://schemas.openxmlformats.org/officeDocument/2006/relationships" id="262" r:id="Re5139634904c4f7f"/>
    <p:sldId xmlns:r="http://schemas.openxmlformats.org/officeDocument/2006/relationships" id="263" r:id="Rd6fe0f1d8e6f43e1"/>
    <p:sldId xmlns:r="http://schemas.openxmlformats.org/officeDocument/2006/relationships" id="264" r:id="R391d35a71379442f"/>
    <p:sldId xmlns:r="http://schemas.openxmlformats.org/officeDocument/2006/relationships" id="265" r:id="R43e8ef051145434f"/>
    <p:sldId xmlns:r="http://schemas.openxmlformats.org/officeDocument/2006/relationships" id="266" r:id="R499d332cb0384a05"/>
    <p:sldId xmlns:r="http://schemas.openxmlformats.org/officeDocument/2006/relationships" id="267" r:id="Rb120fd1e34854dd0"/>
    <p:sldId xmlns:r="http://schemas.openxmlformats.org/officeDocument/2006/relationships" id="268" r:id="Rf47f6ba5af4840ed"/>
    <p:sldId xmlns:r="http://schemas.openxmlformats.org/officeDocument/2006/relationships" id="269" r:id="R0f46bb98dfa64d75"/>
    <p:sldId xmlns:r="http://schemas.openxmlformats.org/officeDocument/2006/relationships" id="270" r:id="R293f770809fc4c6e"/>
    <p:sldId xmlns:r="http://schemas.openxmlformats.org/officeDocument/2006/relationships" id="271" r:id="Re08ba270586b4497"/>
    <p:sldId xmlns:r="http://schemas.openxmlformats.org/officeDocument/2006/relationships" id="272" r:id="R3db966ff69da4e10"/>
    <p:sldId xmlns:r="http://schemas.openxmlformats.org/officeDocument/2006/relationships" id="273" r:id="R76c6149f6cc64ad1"/>
    <p:sldId xmlns:r="http://schemas.openxmlformats.org/officeDocument/2006/relationships" id="274" r:id="R1b7979c83c6d4113"/>
    <p:sldId xmlns:r="http://schemas.openxmlformats.org/officeDocument/2006/relationships" id="275" r:id="Ra98eb135ce094404"/>
    <p:sldId xmlns:r="http://schemas.openxmlformats.org/officeDocument/2006/relationships" id="276" r:id="R818b8ac122a74d89"/>
    <p:sldId xmlns:r="http://schemas.openxmlformats.org/officeDocument/2006/relationships" id="277" r:id="R030023005d4f4bb9"/>
    <p:sldId xmlns:r="http://schemas.openxmlformats.org/officeDocument/2006/relationships" id="278" r:id="R04e90c1f716d4bc5"/>
    <p:sldId xmlns:r="http://schemas.openxmlformats.org/officeDocument/2006/relationships" id="279" r:id="R634b7819d85146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4ddf1365db4994" /><Relationship Type="http://schemas.openxmlformats.org/officeDocument/2006/relationships/slideMaster" Target="/ppt/slideMasters/slideMaster1.xml" Id="Reacc54be18d34882" /><Relationship Type="http://schemas.openxmlformats.org/officeDocument/2006/relationships/notesMaster" Target="/ppt/notesMasters/notesMaster1.xml" Id="R4e78d4cf48e7477b" /><Relationship Type="http://schemas.openxmlformats.org/officeDocument/2006/relationships/presProps" Target="/ppt/presProps.xml" Id="R22e774d5e0544a83" /><Relationship Type="http://schemas.openxmlformats.org/officeDocument/2006/relationships/tableStyles" Target="/ppt/tableStyles.xml" Id="Rc593e9649f17442e" /><Relationship Type="http://schemas.openxmlformats.org/officeDocument/2006/relationships/slide" Target="/ppt/slides/slide1.xml" Id="Rc074156ec778404c" /><Relationship Type="http://schemas.openxmlformats.org/officeDocument/2006/relationships/slide" Target="/ppt/slides/slide2.xml" Id="Ref84eb47cda24953" /><Relationship Type="http://schemas.openxmlformats.org/officeDocument/2006/relationships/slide" Target="/ppt/slides/slide3.xml" Id="R3b2e155bc0a74948" /><Relationship Type="http://schemas.openxmlformats.org/officeDocument/2006/relationships/slide" Target="/ppt/slides/slide4.xml" Id="R7a41df4e20724445" /><Relationship Type="http://schemas.openxmlformats.org/officeDocument/2006/relationships/slide" Target="/ppt/slides/slide5.xml" Id="R0e4dfd5e92614949" /><Relationship Type="http://schemas.openxmlformats.org/officeDocument/2006/relationships/slide" Target="/ppt/slides/slide6.xml" Id="R40177208bf994d20" /><Relationship Type="http://schemas.openxmlformats.org/officeDocument/2006/relationships/slide" Target="/ppt/slides/slide7.xml" Id="Re5139634904c4f7f" /><Relationship Type="http://schemas.openxmlformats.org/officeDocument/2006/relationships/slide" Target="/ppt/slides/slide8.xml" Id="Rd6fe0f1d8e6f43e1" /><Relationship Type="http://schemas.openxmlformats.org/officeDocument/2006/relationships/slide" Target="/ppt/slides/slide9.xml" Id="R391d35a71379442f" /><Relationship Type="http://schemas.openxmlformats.org/officeDocument/2006/relationships/slide" Target="/ppt/slides/slide10.xml" Id="R43e8ef051145434f" /><Relationship Type="http://schemas.openxmlformats.org/officeDocument/2006/relationships/slide" Target="/ppt/slides/slide11.xml" Id="R499d332cb0384a05" /><Relationship Type="http://schemas.openxmlformats.org/officeDocument/2006/relationships/slide" Target="/ppt/slides/slide12.xml" Id="Rb120fd1e34854dd0" /><Relationship Type="http://schemas.openxmlformats.org/officeDocument/2006/relationships/slide" Target="/ppt/slides/slide13.xml" Id="Rf47f6ba5af4840ed" /><Relationship Type="http://schemas.openxmlformats.org/officeDocument/2006/relationships/slide" Target="/ppt/slides/slide14.xml" Id="R0f46bb98dfa64d75" /><Relationship Type="http://schemas.openxmlformats.org/officeDocument/2006/relationships/slide" Target="/ppt/slides/slide15.xml" Id="R293f770809fc4c6e" /><Relationship Type="http://schemas.openxmlformats.org/officeDocument/2006/relationships/slide" Target="/ppt/slides/slide16.xml" Id="Re08ba270586b4497" /><Relationship Type="http://schemas.openxmlformats.org/officeDocument/2006/relationships/slide" Target="/ppt/slides/slide17.xml" Id="R3db966ff69da4e10" /><Relationship Type="http://schemas.openxmlformats.org/officeDocument/2006/relationships/slide" Target="/ppt/slides/slide18.xml" Id="R76c6149f6cc64ad1" /><Relationship Type="http://schemas.openxmlformats.org/officeDocument/2006/relationships/slide" Target="/ppt/slides/slide19.xml" Id="R1b7979c83c6d4113" /><Relationship Type="http://schemas.openxmlformats.org/officeDocument/2006/relationships/slide" Target="/ppt/slides/slide20.xml" Id="Ra98eb135ce094404" /><Relationship Type="http://schemas.openxmlformats.org/officeDocument/2006/relationships/slide" Target="/ppt/slides/slide21.xml" Id="R818b8ac122a74d89" /><Relationship Type="http://schemas.openxmlformats.org/officeDocument/2006/relationships/slide" Target="/ppt/slides/slide22.xml" Id="R030023005d4f4bb9" /><Relationship Type="http://schemas.openxmlformats.org/officeDocument/2006/relationships/slide" Target="/ppt/slides/slide23.xml" Id="R04e90c1f716d4bc5" /><Relationship Type="http://schemas.openxmlformats.org/officeDocument/2006/relationships/slide" Target="/ppt/slides/slide24.xml" Id="R634b7819d85146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aa0a03391f46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670350dc140dd" /><Relationship Type="http://schemas.openxmlformats.org/officeDocument/2006/relationships/notesMaster" Target="/ppt/notesMasters/notesMaster1.xml" Id="Ra1a7dc3d464a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2dc91cbf6c436d" /><Relationship Type="http://schemas.openxmlformats.org/officeDocument/2006/relationships/notesMaster" Target="/ppt/notesMasters/notesMaster1.xml" Id="Rac73ec4fb80143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9a3910db2423d" /><Relationship Type="http://schemas.openxmlformats.org/officeDocument/2006/relationships/notesMaster" Target="/ppt/notesMasters/notesMaster1.xml" Id="R2a08265e08084e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84cedcfe64f21" /><Relationship Type="http://schemas.openxmlformats.org/officeDocument/2006/relationships/notesMaster" Target="/ppt/notesMasters/notesMaster1.xml" Id="R320609e6778c47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f37c4021074271" /><Relationship Type="http://schemas.openxmlformats.org/officeDocument/2006/relationships/notesMaster" Target="/ppt/notesMasters/notesMaster1.xml" Id="R15a280fcbf0e43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e2ec90a544c0f" /><Relationship Type="http://schemas.openxmlformats.org/officeDocument/2006/relationships/notesMaster" Target="/ppt/notesMasters/notesMaster1.xml" Id="R5e43c7e9b59f4b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928a535d174b03" /><Relationship Type="http://schemas.openxmlformats.org/officeDocument/2006/relationships/notesMaster" Target="/ppt/notesMasters/notesMaster1.xml" Id="R4b9d48d337414f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473aa330574c54" /><Relationship Type="http://schemas.openxmlformats.org/officeDocument/2006/relationships/notesMaster" Target="/ppt/notesMasters/notesMaster1.xml" Id="R48938677138746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76a19ebe0243d0" /><Relationship Type="http://schemas.openxmlformats.org/officeDocument/2006/relationships/notesMaster" Target="/ppt/notesMasters/notesMaster1.xml" Id="Rfb06fa84dbd84e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d315a4026d4644" /><Relationship Type="http://schemas.openxmlformats.org/officeDocument/2006/relationships/notesMaster" Target="/ppt/notesMasters/notesMaster1.xml" Id="R83cf5ba4e59f4c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0f3f826b8c4f2f" /><Relationship Type="http://schemas.openxmlformats.org/officeDocument/2006/relationships/notesMaster" Target="/ppt/notesMasters/notesMaster1.xml" Id="R33d29d691f354b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17ae4c68e745dd" /><Relationship Type="http://schemas.openxmlformats.org/officeDocument/2006/relationships/notesMaster" Target="/ppt/notesMasters/notesMaster1.xml" Id="R35259a50672c4c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5163062fb443d1" /><Relationship Type="http://schemas.openxmlformats.org/officeDocument/2006/relationships/notesMaster" Target="/ppt/notesMasters/notesMaster1.xml" Id="R678f4efa03364e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03135b22654b8a" /><Relationship Type="http://schemas.openxmlformats.org/officeDocument/2006/relationships/notesMaster" Target="/ppt/notesMasters/notesMaster1.xml" Id="R9522be7d8f7e46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ceadc1088545f6" /><Relationship Type="http://schemas.openxmlformats.org/officeDocument/2006/relationships/notesMaster" Target="/ppt/notesMasters/notesMaster1.xml" Id="R17acdc9d6f7d4c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0f53f8790546f2" /><Relationship Type="http://schemas.openxmlformats.org/officeDocument/2006/relationships/notesMaster" Target="/ppt/notesMasters/notesMaster1.xml" Id="R5d678d7b5d3645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ac6663388d403a" /><Relationship Type="http://schemas.openxmlformats.org/officeDocument/2006/relationships/notesMaster" Target="/ppt/notesMasters/notesMaster1.xml" Id="R45159a92461249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e5a26fb7ff4bef" /><Relationship Type="http://schemas.openxmlformats.org/officeDocument/2006/relationships/notesMaster" Target="/ppt/notesMasters/notesMaster1.xml" Id="Ra465ff9e4a1147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965e1c93b94e25" /><Relationship Type="http://schemas.openxmlformats.org/officeDocument/2006/relationships/notesMaster" Target="/ppt/notesMasters/notesMaster1.xml" Id="R3358d595146745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ca465e13ad4af7" /><Relationship Type="http://schemas.openxmlformats.org/officeDocument/2006/relationships/notesMaster" Target="/ppt/notesMasters/notesMaster1.xml" Id="R0c7345bd2e3f4c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e9ec93f22e4a34" /><Relationship Type="http://schemas.openxmlformats.org/officeDocument/2006/relationships/notesMaster" Target="/ppt/notesMasters/notesMaster1.xml" Id="R53c9d89eb15c4b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6b93dafc4e4f10" /><Relationship Type="http://schemas.openxmlformats.org/officeDocument/2006/relationships/notesMaster" Target="/ppt/notesMasters/notesMaster1.xml" Id="R58d48284256646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9d3dcea81644af8" /><Relationship Type="http://schemas.openxmlformats.org/officeDocument/2006/relationships/notesMaster" Target="/ppt/notesMasters/notesMaster1.xml" Id="R957b0966436541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2207e80a6945db" /><Relationship Type="http://schemas.openxmlformats.org/officeDocument/2006/relationships/notesMaster" Target="/ppt/notesMasters/notesMaster1.xml" Id="R9cea229b682f4f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XQ-001：仅覆盖东区试点账号，不含全量用户。版本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XQ-002：计划量和完成量单位为条，包含当期新增作业记录。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XQ-002：仅覆盖白名单岗位，不代表全岗位授权完成。版本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XQ-004：计划量和完成量单位为条，包含当期新增作业记录。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XQ-003：检索数据仅来自已审核知识，不包含待审条目。版本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XQ-006：计划量和完成量单位为条，包含当期新增作业记录。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XQ-004：路由结果为影子运行，不等同生产切换。版本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XQ-008：计划量和完成量单位为条，包含当期新增作业记录。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XQ-005：留痕抽样已脱敏，不可据此认定全部记录完整。版本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XQ-010：计划量和完成量单位为条，包含当期新增作业记录。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XQ-006：质检结果不包含人工申诉复核。版本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XQ-012：计划量和完成量单位为条，包含当期新增作业记录。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XQ-009：迁移验收仅针对抽样批次，不代表全部历史数据迁移完成。版本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XQ-014：计划量和完成量单位为条，包含当期新增作业记录。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XQ-010：网点接入仅限试点清单，不含备用网点。版本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XQ-016：计划量和完成量单位为条，包含当期新增作业记录。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XQ-011：坐席部署为测试环境，不等同正式环境上线。版本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XQ-018：计划量和完成量单位为条，包含当期新增作业记录。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XQ-012：网络联调不包含灾备专线。版本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XQ-020：计划量和完成量单位为条，包含当期新增作业记录。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XQ-017：培训通过以演练考核为准，不代表岗位资格认证。版本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XQ-022：计划量和完成量单位为条，包含当期新增作业记录。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XQ-018：话术版本仅适用于试点业务，不作为全渠道发布稿。版本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XQ-024：计划量和完成量单位为条，包含当期新增作业记录。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61234c5fc4d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6c5a90af84488b" /><Relationship Type="http://schemas.openxmlformats.org/officeDocument/2006/relationships/slideLayout" Target="/ppt/slideLayouts/slideLayout1.xml" Id="R07d1be04a36b44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d1be04a36b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233cce21a4b0d" /><Relationship Type="http://schemas.openxmlformats.org/officeDocument/2006/relationships/notesSlide" Target="/ppt/notesSlides/notesSlide1.xml" Id="Rf7eabd7137e346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f8c9f328a4fe0" /><Relationship Type="http://schemas.openxmlformats.org/officeDocument/2006/relationships/chart" Target="/ppt/slides/charts/chart1.xml" Id="R98046f43e53842ff" /><Relationship Type="http://schemas.openxmlformats.org/officeDocument/2006/relationships/notesSlide" Target="/ppt/notesSlides/notesSlide2.xml" Id="R69f5a87ded61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1d12a06374b59" /><Relationship Type="http://schemas.openxmlformats.org/officeDocument/2006/relationships/notesSlide" Target="/ppt/notesSlides/notesSlide3.xml" Id="Rce42643d3a0747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2a4ec4c7d4bec" /><Relationship Type="http://schemas.openxmlformats.org/officeDocument/2006/relationships/chart" Target="/ppt/slides/charts/chart2.xml" Id="R853a438c3c8f4edb" /><Relationship Type="http://schemas.openxmlformats.org/officeDocument/2006/relationships/notesSlide" Target="/ppt/notesSlides/notesSlide4.xml" Id="R022501ce764247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2b647d5af4c35" /><Relationship Type="http://schemas.openxmlformats.org/officeDocument/2006/relationships/notesSlide" Target="/ppt/notesSlides/notesSlide5.xml" Id="R2eadab68bf4e45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58b7ce1894529" /><Relationship Type="http://schemas.openxmlformats.org/officeDocument/2006/relationships/chart" Target="/ppt/slides/charts/chart3.xml" Id="R0bc0e9ecbb7843b3" /><Relationship Type="http://schemas.openxmlformats.org/officeDocument/2006/relationships/notesSlide" Target="/ppt/notesSlides/notesSlide6.xml" Id="R9dcaff3ed0564b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612b2e6d348a8" /><Relationship Type="http://schemas.openxmlformats.org/officeDocument/2006/relationships/notesSlide" Target="/ppt/notesSlides/notesSlide7.xml" Id="Red8d38714d5041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96095bedb4ca1" /><Relationship Type="http://schemas.openxmlformats.org/officeDocument/2006/relationships/chart" Target="/ppt/slides/charts/chart4.xml" Id="Rbe6c2daa67fc45bf" /><Relationship Type="http://schemas.openxmlformats.org/officeDocument/2006/relationships/notesSlide" Target="/ppt/notesSlides/notesSlide8.xml" Id="R0bc6f8ad531b47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b568647ca4ff0" /><Relationship Type="http://schemas.openxmlformats.org/officeDocument/2006/relationships/notesSlide" Target="/ppt/notesSlides/notesSlide9.xml" Id="R29a561a07ca641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7a313c81d4990" /><Relationship Type="http://schemas.openxmlformats.org/officeDocument/2006/relationships/chart" Target="/ppt/slides/charts/chart5.xml" Id="Rbe54b8a917a246c3" /><Relationship Type="http://schemas.openxmlformats.org/officeDocument/2006/relationships/notesSlide" Target="/ppt/notesSlides/notesSlide10.xml" Id="R62835486a3be4a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df1112fc44ba2" /><Relationship Type="http://schemas.openxmlformats.org/officeDocument/2006/relationships/notesSlide" Target="/ppt/notesSlides/notesSlide11.xml" Id="R249d975e75b949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9de63476348aa" /><Relationship Type="http://schemas.openxmlformats.org/officeDocument/2006/relationships/chart" Target="/ppt/slides/charts/chart6.xml" Id="Radfa03a54e124c7b" /><Relationship Type="http://schemas.openxmlformats.org/officeDocument/2006/relationships/notesSlide" Target="/ppt/notesSlides/notesSlide12.xml" Id="R6c2070eccda54f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d18067b7f407d" /><Relationship Type="http://schemas.openxmlformats.org/officeDocument/2006/relationships/notesSlide" Target="/ppt/notesSlides/notesSlide13.xml" Id="Re8b5dc511fd642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bf6b9aee949e8" /><Relationship Type="http://schemas.openxmlformats.org/officeDocument/2006/relationships/chart" Target="/ppt/slides/charts/chart7.xml" Id="R71401d3b1a7d40e2" /><Relationship Type="http://schemas.openxmlformats.org/officeDocument/2006/relationships/notesSlide" Target="/ppt/notesSlides/notesSlide14.xml" Id="R3d37ce2939c449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c2089f0d94284" /><Relationship Type="http://schemas.openxmlformats.org/officeDocument/2006/relationships/notesSlide" Target="/ppt/notesSlides/notesSlide15.xml" Id="Rbfbf8b67b1294e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3fa23871a4abb" /><Relationship Type="http://schemas.openxmlformats.org/officeDocument/2006/relationships/chart" Target="/ppt/slides/charts/chart8.xml" Id="Rd65dbad170fc40c9" /><Relationship Type="http://schemas.openxmlformats.org/officeDocument/2006/relationships/notesSlide" Target="/ppt/notesSlides/notesSlide16.xml" Id="Rfa32d0d7f82c42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b864e942547e1" /><Relationship Type="http://schemas.openxmlformats.org/officeDocument/2006/relationships/notesSlide" Target="/ppt/notesSlides/notesSlide17.xml" Id="Re5d7abf6f5754f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7245edd094118" /><Relationship Type="http://schemas.openxmlformats.org/officeDocument/2006/relationships/chart" Target="/ppt/slides/charts/chart9.xml" Id="R9f1d7bfcbace4fbf" /><Relationship Type="http://schemas.openxmlformats.org/officeDocument/2006/relationships/notesSlide" Target="/ppt/notesSlides/notesSlide18.xml" Id="R73e4166a831944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a60a4742c4b83" /><Relationship Type="http://schemas.openxmlformats.org/officeDocument/2006/relationships/notesSlide" Target="/ppt/notesSlides/notesSlide19.xml" Id="R1cd527fadcbc49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0cf0a16024145" /><Relationship Type="http://schemas.openxmlformats.org/officeDocument/2006/relationships/chart" Target="/ppt/slides/charts/chart10.xml" Id="Ra6dbef40d7f94248" /><Relationship Type="http://schemas.openxmlformats.org/officeDocument/2006/relationships/notesSlide" Target="/ppt/notesSlides/notesSlide20.xml" Id="Rc8a59a6f246941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72d49120140c9" /><Relationship Type="http://schemas.openxmlformats.org/officeDocument/2006/relationships/notesSlide" Target="/ppt/notesSlides/notesSlide21.xml" Id="R23c46416319442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9e050a32b4ff7" /><Relationship Type="http://schemas.openxmlformats.org/officeDocument/2006/relationships/chart" Target="/ppt/slides/charts/chart11.xml" Id="Rdf1062f5291d4fef" /><Relationship Type="http://schemas.openxmlformats.org/officeDocument/2006/relationships/notesSlide" Target="/ppt/notesSlides/notesSlide22.xml" Id="Rcf31a42ff43e4d9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1e7b354dc4245" /><Relationship Type="http://schemas.openxmlformats.org/officeDocument/2006/relationships/notesSlide" Target="/ppt/notesSlides/notesSlide23.xml" Id="Re324f26e744143d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1f9001c58424e" /><Relationship Type="http://schemas.openxmlformats.org/officeDocument/2006/relationships/chart" Target="/ppt/slides/charts/chart12.xml" Id="R7b056122f1ae468f" /><Relationship Type="http://schemas.openxmlformats.org/officeDocument/2006/relationships/notesSlide" Target="/ppt/notesSlides/notesSlide24.xml" Id="R44ffec23125141e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3198</c:v>
                </c:pt>
                <c:pt idx="1">
                  <c:v>2851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3061</c:v>
                </c:pt>
                <c:pt idx="1">
                  <c:v>2745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3320</c:v>
                </c:pt>
                <c:pt idx="1">
                  <c:v>2971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3053</c:v>
                </c:pt>
                <c:pt idx="1">
                  <c:v>2773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3303</c:v>
                </c:pt>
                <c:pt idx="1">
                  <c:v>2987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2921</c:v>
                </c:pt>
                <c:pt idx="1">
                  <c:v>2615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3053</c:v>
                </c:pt>
                <c:pt idx="1">
                  <c:v>2761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3037</c:v>
                </c:pt>
                <c:pt idx="1">
                  <c:v>2720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3072</c:v>
                </c:pt>
                <c:pt idx="1">
                  <c:v>2742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3159</c:v>
                </c:pt>
                <c:pt idx="1">
                  <c:v>2862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3018</c:v>
                </c:pt>
                <c:pt idx="1">
                  <c:v>2722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2988</c:v>
                </c:pt>
                <c:pt idx="1">
                  <c:v>2686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156AA-CC59-492E-9F30-8084F0C9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XQ-001 统一身份接入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6F1AF-4C6C-4208-A39E-1816E86F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阶段目标：统一账号映射，减少人工重复维护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研发负责人01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1F919-649F-44AD-83CE-25B7CD93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已确定安排：完成回归清单并由业务代表复核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9178F-FE3D-4FB7-8F3C-165339BE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1/24</a:t>
            </a:r>
          </a:p>
        </p:txBody>
      </p:sp>
    </p:spTree>
    <p:extLst>
      <p:ext uri="{BB962C8B-B14F-4D97-AF65-F5344CB8AC3E}">
        <p14:creationId xmlns:p14="http://schemas.microsoft.com/office/powerpoint/2010/main" val="268387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37C17-F407-4ED1-947C-31DD180A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XQ-002 权限矩阵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D42D3-B10A-48A5-A1AC-C79EA22E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阶段目标：按岗位和网点验证最小权限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046f43e53842f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04877-21C7-4DED-9C89-D3036ED4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9CD39-EFE4-4B5A-B6F9-1D7BAB1C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已确定安排：补充边界样本后安排联合检查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83449-23AB-4F8D-8937-9117A9DB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2/24</a:t>
            </a:r>
          </a:p>
        </p:txBody>
      </p:sp>
    </p:spTree>
    <p:extLst>
      <p:ext uri="{BB962C8B-B14F-4D97-AF65-F5344CB8AC3E}">
        <p14:creationId xmlns:p14="http://schemas.microsoft.com/office/powerpoint/2010/main" val="1694301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B59CB-BB67-4C4E-B7A6-47F2FB2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XQ-003 知识库检索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396F5-43EB-4BFD-9190-38B8E511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阶段目标：提高常见问题检索命中质量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研发负责人03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5D310-A87D-442F-B8F8-81582BD7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已确定安排：整理待确认字段并提交责任部门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83EBC-DE53-4ED4-AC74-1D54511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3/24</a:t>
            </a:r>
          </a:p>
        </p:txBody>
      </p:sp>
    </p:spTree>
    <p:extLst>
      <p:ext uri="{BB962C8B-B14F-4D97-AF65-F5344CB8AC3E}">
        <p14:creationId xmlns:p14="http://schemas.microsoft.com/office/powerpoint/2010/main" val="1742751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03315-B5A1-47CA-A4D4-6DE9D011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XQ-004 工单路由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C9759-933F-486C-812A-4517A44D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阶段目标：将工单按业务类别分配到对应处理组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3a438c3c8f4ed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42746-5B7A-475A-832C-EE09DF92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B29BD-C3DB-4FCB-9367-B399064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已确定安排：按既定试点名单复核配置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F4779-1207-4AF4-9544-5C00A918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4/24</a:t>
            </a:r>
          </a:p>
        </p:txBody>
      </p:sp>
    </p:spTree>
    <p:extLst>
      <p:ext uri="{BB962C8B-B14F-4D97-AF65-F5344CB8AC3E}">
        <p14:creationId xmlns:p14="http://schemas.microsoft.com/office/powerpoint/2010/main" val="19390166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BF06B-7EF0-4C0A-865A-9C278266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XQ-005 会话留痕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1BF77-2FF6-4FBB-B367-79ED5B0E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阶段目标：保证会话记录可追溯且保留访问控制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研发负责人05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CB719-8A3F-401C-B6A0-7F1984E8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已确定安排：保留原链路并完成切换前复查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E465E-5604-435F-AE4E-07BAAC3A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5/24</a:t>
            </a:r>
          </a:p>
        </p:txBody>
      </p:sp>
    </p:spTree>
    <p:extLst>
      <p:ext uri="{BB962C8B-B14F-4D97-AF65-F5344CB8AC3E}">
        <p14:creationId xmlns:p14="http://schemas.microsoft.com/office/powerpoint/2010/main" val="1015057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3A8C5-6092-4D68-B9EC-7E9E3401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XQ-006 质检规则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4F8AB-CC5B-4724-B343-363A2FA6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阶段目标：对抽检规则进行分层校准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c0e9ecbb7843b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8DC58-F8BC-4A7E-AA35-9F232D8E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1DBCF-541A-4C4B-8888-F24DC2EA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已确定安排：汇总异常记录后召开问题确认会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4008C-C40F-4D57-A9EC-4592E7B4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6/24</a:t>
            </a:r>
          </a:p>
        </p:txBody>
      </p:sp>
    </p:spTree>
    <p:extLst>
      <p:ext uri="{BB962C8B-B14F-4D97-AF65-F5344CB8AC3E}">
        <p14:creationId xmlns:p14="http://schemas.microsoft.com/office/powerpoint/2010/main" val="1422566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20B0D-B6CB-4EAC-94C0-9AF6D81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XQ-007 接口重试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0180A-923C-416E-B340-1B9E242E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阶段目标：确保失败接口可重试且不重复写入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研发负责人07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09FD0-F39B-4480-B7AA-1C7E65E4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已确定安排：完成回归清单并由业务代表复核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E220B-7201-4D1B-A54F-BC517A7E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7/24</a:t>
            </a:r>
          </a:p>
        </p:txBody>
      </p:sp>
    </p:spTree>
    <p:extLst>
      <p:ext uri="{BB962C8B-B14F-4D97-AF65-F5344CB8AC3E}">
        <p14:creationId xmlns:p14="http://schemas.microsoft.com/office/powerpoint/2010/main" val="731338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1214-C959-475A-8F71-E95C2080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XQ-008 监控告警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C000E-0E80-40B6-AA79-7D018A1F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阶段目标：建立关键链路异常通知和升级规则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6c2daa67fc45b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CAF92-FCCD-43D4-88C5-183F4985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7F5C0-AC3D-4D3A-B74A-169B62AD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已确定安排：补充边界样本后安排联合检查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EB068-217B-48C8-A50B-D29EAA12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8/24</a:t>
            </a:r>
          </a:p>
        </p:txBody>
      </p:sp>
    </p:spTree>
    <p:extLst>
      <p:ext uri="{BB962C8B-B14F-4D97-AF65-F5344CB8AC3E}">
        <p14:creationId xmlns:p14="http://schemas.microsoft.com/office/powerpoint/2010/main" val="1951362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04B20-23F6-45A4-913E-4FB38265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XQ-009 数据迁移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0A134-C7EB-46D6-9B4B-AC0339A6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阶段目标：将存量记录迁移到新字段结构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实施负责人01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9D8D6-1340-448B-8095-00962ED9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已确定安排：整理待确认字段并提交责任部门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401E9-FC2E-42DF-A22C-3AACC2A3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9/24</a:t>
            </a:r>
          </a:p>
        </p:txBody>
      </p:sp>
    </p:spTree>
    <p:extLst>
      <p:ext uri="{BB962C8B-B14F-4D97-AF65-F5344CB8AC3E}">
        <p14:creationId xmlns:p14="http://schemas.microsoft.com/office/powerpoint/2010/main" val="20122204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4A37C-6756-452E-9874-E392543F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XQ-010 网点接入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1C6A3-93A6-42F5-9E9E-0B40002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阶段目标：完成试点网点配置和链路核查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54b8a917a246c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9D7FB-8B11-4CF4-B993-6332DDBF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9073C-E7DE-458B-84A4-E563A1FA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已确定安排：按既定试点名单复核配置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EECE-579B-4336-9231-2C39B8A6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10/24</a:t>
            </a:r>
          </a:p>
        </p:txBody>
      </p:sp>
    </p:spTree>
    <p:extLst>
      <p:ext uri="{BB962C8B-B14F-4D97-AF65-F5344CB8AC3E}">
        <p14:creationId xmlns:p14="http://schemas.microsoft.com/office/powerpoint/2010/main" val="4496161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38974-941F-4D41-8EFA-07C79B93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XQ-011 坐席部署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C2021-5B6D-4A69-BC5F-39DFBFF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阶段目标：为试点坐席部署兼容客户端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实施负责人03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9323D-1D59-45D1-9972-01EEE079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已确定安排：保留原链路并完成切换前复查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26CBD-32F3-441C-BC9A-8372AB8A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11/24</a:t>
            </a:r>
          </a:p>
        </p:txBody>
      </p:sp>
    </p:spTree>
    <p:extLst>
      <p:ext uri="{BB962C8B-B14F-4D97-AF65-F5344CB8AC3E}">
        <p14:creationId xmlns:p14="http://schemas.microsoft.com/office/powerpoint/2010/main" val="178204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D8B54-6A5F-4BCF-9801-AC8B7C90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XQ-012 网络联调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98FD3-2607-40FA-9314-456C28E2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阶段目标：核对跨网段访问和白名单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fa03a54e124c7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031DF-9981-4A1B-8F8E-F40CCCD1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8F57D-2898-4582-A0EA-E2E5F384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已确定安排：汇总异常记录后召开问题确认会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E4566-240F-4EEA-9EAD-FC22E03B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12/24</a:t>
            </a:r>
          </a:p>
        </p:txBody>
      </p:sp>
    </p:spTree>
    <p:extLst>
      <p:ext uri="{BB962C8B-B14F-4D97-AF65-F5344CB8AC3E}">
        <p14:creationId xmlns:p14="http://schemas.microsoft.com/office/powerpoint/2010/main" val="4889620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A2062-2E72-4223-8364-E940954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XQ-013 回滚演练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22346-3D12-4F4C-947B-19D473CE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阶段目标：验证切换失败后可恢复到原有业务路径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实施负责人05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540F4-91EF-48CB-8952-6D413040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已确定安排：完成回归清单并由业务代表复核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CA6CC-3655-420A-9405-81F64E05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13/24</a:t>
            </a:r>
          </a:p>
        </p:txBody>
      </p:sp>
    </p:spTree>
    <p:extLst>
      <p:ext uri="{BB962C8B-B14F-4D97-AF65-F5344CB8AC3E}">
        <p14:creationId xmlns:p14="http://schemas.microsoft.com/office/powerpoint/2010/main" val="2153211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C68C3-C2BA-4360-AF78-25BD4D9D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XQ-014 终端适配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01E3A-F080-4BBF-BCD9-88F73984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阶段目标：核对不同终端的输入与展示差异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401d3b1a7d40e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CE1D3-DEFF-44FB-A94C-ED3A3D8F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4FB51-54D1-424E-A631-385E10A8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已确定安排：补充边界样本后安排联合检查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29B63-FD8E-4950-A739-59C59E9E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14/24</a:t>
            </a:r>
          </a:p>
        </p:txBody>
      </p:sp>
    </p:spTree>
    <p:extLst>
      <p:ext uri="{BB962C8B-B14F-4D97-AF65-F5344CB8AC3E}">
        <p14:creationId xmlns:p14="http://schemas.microsoft.com/office/powerpoint/2010/main" val="14254608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96DD0-2CE5-4715-8CD2-E6F4FDBC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XQ-015 权限复核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AF217-8096-449B-99E5-116170A7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阶段目标：复核现场账号权限和责任人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实施负责人07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39A5D-1B94-46D1-ABB8-FA07836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已确定安排：整理待确认字段并提交责任部门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98CF4-97FE-4EE9-B6C3-5C2FD899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15/24</a:t>
            </a:r>
          </a:p>
        </p:txBody>
      </p:sp>
    </p:spTree>
    <p:extLst>
      <p:ext uri="{BB962C8B-B14F-4D97-AF65-F5344CB8AC3E}">
        <p14:creationId xmlns:p14="http://schemas.microsoft.com/office/powerpoint/2010/main" val="14402429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67B27-0674-4B98-89BC-390003E6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XQ-016 试点切换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EED2B-ACEA-4308-80BA-FD8CB358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阶段目标：按批准窗口执行试点切换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5dbad170fc40c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D381A-197B-4E23-B04D-053FAA5F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54CE2-8C6D-4C4D-8F14-5965A1AC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已确定安排：按既定试点名单复核配置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70945-6196-424E-B75E-FB5AC82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16/24</a:t>
            </a:r>
          </a:p>
        </p:txBody>
      </p:sp>
    </p:spTree>
    <p:extLst>
      <p:ext uri="{BB962C8B-B14F-4D97-AF65-F5344CB8AC3E}">
        <p14:creationId xmlns:p14="http://schemas.microsoft.com/office/powerpoint/2010/main" val="7116195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ADA68-3B54-4B76-B00D-4259BCFC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XQ-017 坐席培训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010EB-4CAC-43B5-A1BC-EA72B8ED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阶段目标：使试点坐席掌握新工单处理流程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运营负责人01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CB17D-7B88-4A87-BC98-F3A2DAA1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已确定安排：保留原链路并完成切换前复查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FF313-91EC-4331-9941-74C9E34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17/24</a:t>
            </a:r>
          </a:p>
        </p:txBody>
      </p:sp>
    </p:spTree>
    <p:extLst>
      <p:ext uri="{BB962C8B-B14F-4D97-AF65-F5344CB8AC3E}">
        <p14:creationId xmlns:p14="http://schemas.microsoft.com/office/powerpoint/2010/main" val="11184079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5E8A3-E235-4DCC-B057-2FB6BC3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XQ-018 话术维护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F2F05-6305-4021-B0A5-A916650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阶段目标：更新试点业务话术与升级提示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1d7bfcbace4fb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B47D3-265D-4F4A-83CC-16365B09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0E453-7060-4C6A-B3DC-1B62027C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已确定安排：汇总异常记录后召开问题确认会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7BB3A-AA25-4ABE-9F7F-6F81944B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18/24</a:t>
            </a:r>
          </a:p>
        </p:txBody>
      </p:sp>
    </p:spTree>
    <p:extLst>
      <p:ext uri="{BB962C8B-B14F-4D97-AF65-F5344CB8AC3E}">
        <p14:creationId xmlns:p14="http://schemas.microsoft.com/office/powerpoint/2010/main" val="4133913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B2C6-7D62-4697-967F-DD65F3E5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XQ-019 知识审核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33588-A05E-4CE7-B72F-2B1E9925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阶段目标：核对知识条目的有效期与审核责任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运营负责人03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23D7F-FD95-46E6-B186-140C8694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已确定安排：完成回归清单并由业务代表复核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AE5EE-D112-4836-BB23-39EF0FDE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19/24</a:t>
            </a:r>
          </a:p>
        </p:txBody>
      </p:sp>
    </p:spTree>
    <p:extLst>
      <p:ext uri="{BB962C8B-B14F-4D97-AF65-F5344CB8AC3E}">
        <p14:creationId xmlns:p14="http://schemas.microsoft.com/office/powerpoint/2010/main" val="3713806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BD8E0-099F-4720-9A85-68A9D505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XQ-020 服务巡检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2BCC0-CC23-49CB-9010-8C603528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阶段目标：建立日常巡检和异常移交流程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dbef40d7f9424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29599-F473-4D2D-903E-17EE1FE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822AD-B4C6-408C-8E42-7E104444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已确定安排：补充边界样本后安排联合检查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0776F-C3A2-4D1C-9D58-791C94C3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20/24</a:t>
            </a:r>
          </a:p>
        </p:txBody>
      </p:sp>
    </p:spTree>
    <p:extLst>
      <p:ext uri="{BB962C8B-B14F-4D97-AF65-F5344CB8AC3E}">
        <p14:creationId xmlns:p14="http://schemas.microsoft.com/office/powerpoint/2010/main" val="6263360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3989D-DAAE-4D61-8ABA-4C33526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XQ-021 反馈归因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81CE0-6E56-4AC6-AA40-AF7634C3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阶段目标：按固定分类记录用户反馈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运营负责人05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85033-E174-46E0-BF4C-C7B24193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已确定安排：整理待确认字段并提交责任部门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B46B5-947C-4B19-A805-BEA3044C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21/24</a:t>
            </a:r>
          </a:p>
        </p:txBody>
      </p:sp>
    </p:spTree>
    <p:extLst>
      <p:ext uri="{BB962C8B-B14F-4D97-AF65-F5344CB8AC3E}">
        <p14:creationId xmlns:p14="http://schemas.microsoft.com/office/powerpoint/2010/main" val="12541598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2CDF8-ADE4-48AA-8540-178E885E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XQ-022 排班协同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8A487-E8EF-4764-B26D-39BA620B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阶段目标：核对试点时段的值班衔接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1062f5291d4fe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B4B9D-F756-47D9-AC3E-976C701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7499D-F29F-4F5B-845E-1D8381D3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已确定安排：按既定试点名单复核配置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0DE16-B2F5-4BFC-8614-817C75BC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22/24</a:t>
            </a:r>
          </a:p>
        </p:txBody>
      </p:sp>
    </p:spTree>
    <p:extLst>
      <p:ext uri="{BB962C8B-B14F-4D97-AF65-F5344CB8AC3E}">
        <p14:creationId xmlns:p14="http://schemas.microsoft.com/office/powerpoint/2010/main" val="18137948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1DDD1-0F30-422E-B9B7-24DD7AD5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XQ-023 应急值守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1A168-0339-451D-BA6F-4A565535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阶段目标：明确试点异常的值守与升级联系人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运营负责人07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3F1E6-FE9F-4DC3-AE6B-0081E58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已确定安排：保留原链路并完成切换前复查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C0C8B-4D50-482E-A774-6911F16D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23/24</a:t>
            </a:r>
          </a:p>
        </p:txBody>
      </p:sp>
    </p:spTree>
    <p:extLst>
      <p:ext uri="{BB962C8B-B14F-4D97-AF65-F5344CB8AC3E}">
        <p14:creationId xmlns:p14="http://schemas.microsoft.com/office/powerpoint/2010/main" val="9529802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7378B-DC80-4551-8F7E-27CC772E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XQ-024 运营交接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81B6E-3990-4F86-A66C-72F76A08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阶段目标：将试点运行记录交接给常规运营组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056122f1ae468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4FCE6-3C17-439E-9FEC-A0233FB7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统计对象：作业记录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31A95-DAC2-4F2E-AD01-5DFA87DF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已确定安排：汇总异常记录后召开问题确认会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B7BED-B40D-4EF1-9C95-3EB2B8EF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24/24</a:t>
            </a:r>
          </a:p>
        </p:txBody>
      </p:sp>
    </p:spTree>
    <p:extLst>
      <p:ext uri="{BB962C8B-B14F-4D97-AF65-F5344CB8AC3E}">
        <p14:creationId xmlns:p14="http://schemas.microsoft.com/office/powerpoint/2010/main" val="410608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2026-09-22T06:07:59.6040000Z</dcterms:created>
  <dcterms:modified xsi:type="dcterms:W3CDTF">2026-09-22T06:07:59.6040000Z</dcterms:modified>
</coreProperties>
</file>