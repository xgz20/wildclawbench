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placeholder" descr="template title placeholder; no answer content"/>
          <p:cNvSpPr txBox="1"/>
          <p:nvPr/>
        </p:nvSpPr>
        <p:spPr>
          <a:xfrm>
            <a:off x="457200" y="228600"/>
            <a:ext cx="112776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FA3B8"/>
            </a:solidFill>
          </a:ln>
        </p:spPr>
        <p:txBody>
          <a:bodyPr wrap="square" anchor="t"/>
          <a:lstStyle/>
          <a:p>
            <a:r>
              <a:rPr lang="zh-CN" sz="1600"/>
              <a:t>青穗街区协同项目｜季度四象限看板（标题占位）</a:t>
            </a:r>
          </a:p>
        </p:txBody>
      </p:sp>
      <p:sp>
        <p:nvSpPr>
          <p:cNvPr id="3" name="Q1_service_reach_placeholder" descr="quadrant=Q1_service_reach; placeholder only"/>
          <p:cNvSpPr txBox="1"/>
          <p:nvPr/>
        </p:nvSpPr>
        <p:spPr>
          <a:xfrm>
            <a:off x="457200" y="1066800"/>
            <a:ext cx="5334000" cy="21336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8FA3B8"/>
            </a:solidFill>
          </a:ln>
        </p:spPr>
        <p:txBody>
          <a:bodyPr wrap="square" anchor="t"/>
          <a:lstStyle/>
          <a:p>
            <a:r>
              <a:rPr lang="zh-CN" sz="1600"/>
              <a:t>Q1 服务覆盖与触达
[metric/chart/source chip placeholder]</a:t>
            </a:r>
          </a:p>
        </p:txBody>
      </p:sp>
      <p:sp>
        <p:nvSpPr>
          <p:cNvPr id="4" name="Q2_flow_backlog_placeholder" descr="quadrant=Q2_flow_backlog; placeholder only"/>
          <p:cNvSpPr txBox="1"/>
          <p:nvPr/>
        </p:nvSpPr>
        <p:spPr>
          <a:xfrm>
            <a:off x="6400800" y="1066800"/>
            <a:ext cx="5334000" cy="2133600"/>
          </a:xfrm>
          <a:prstGeom prst="roundRect">
            <a:avLst/>
          </a:prstGeom>
          <a:solidFill>
            <a:srgbClr val="EEF8EA"/>
          </a:solidFill>
          <a:ln w="12700">
            <a:solidFill>
              <a:srgbClr val="8FA3B8"/>
            </a:solidFill>
          </a:ln>
        </p:spPr>
        <p:txBody>
          <a:bodyPr wrap="square" anchor="t"/>
          <a:lstStyle/>
          <a:p>
            <a:r>
              <a:rPr lang="zh-CN" sz="1600"/>
              <a:t>Q2 办理效率与积压
[metric/chart/source chip placeholder]</a:t>
            </a:r>
          </a:p>
        </p:txBody>
      </p:sp>
      <p:sp>
        <p:nvSpPr>
          <p:cNvPr id="5" name="Q3_budget_pacing_placeholder" descr="quadrant=Q3_budget_pacing; placeholder only"/>
          <p:cNvSpPr txBox="1"/>
          <p:nvPr/>
        </p:nvSpPr>
        <p:spPr>
          <a:xfrm>
            <a:off x="457200" y="3657600"/>
            <a:ext cx="5334000" cy="213360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8FA3B8"/>
            </a:solidFill>
          </a:ln>
        </p:spPr>
        <p:txBody>
          <a:bodyPr wrap="square" anchor="t"/>
          <a:lstStyle/>
          <a:p>
            <a:r>
              <a:rPr lang="zh-CN" sz="1600"/>
              <a:t>Q3 资源投入与预算节奏
[metric/chart/source chip placeholder]</a:t>
            </a:r>
          </a:p>
        </p:txBody>
      </p:sp>
      <p:sp>
        <p:nvSpPr>
          <p:cNvPr id="6" name="Q4_risk_actions_placeholder" descr="quadrant=Q4_risk_actions; placeholder only"/>
          <p:cNvSpPr txBox="1"/>
          <p:nvPr/>
        </p:nvSpPr>
        <p:spPr>
          <a:xfrm>
            <a:off x="6400800" y="3657600"/>
            <a:ext cx="5334000" cy="2133600"/>
          </a:xfrm>
          <a:prstGeom prst="roundRect">
            <a:avLst/>
          </a:prstGeom>
          <a:solidFill>
            <a:srgbClr val="FBEAF0"/>
          </a:solidFill>
          <a:ln w="12700">
            <a:solidFill>
              <a:srgbClr val="8FA3B8"/>
            </a:solidFill>
          </a:ln>
        </p:spPr>
        <p:txBody>
          <a:bodyPr wrap="square" anchor="t"/>
          <a:lstStyle/>
          <a:p>
            <a:r>
              <a:rPr lang="zh-CN" sz="1600"/>
              <a:t>Q4 风险纠偏与下季动作
[risk/action/source chip placeholder]</a:t>
            </a:r>
          </a:p>
        </p:txBody>
      </p:sp>
      <p:sp>
        <p:nvSpPr>
          <p:cNvPr id="7" name="binding_note_placeholder" descr="binding visibility plan placeholder; no final values"/>
          <p:cNvSpPr txBox="1"/>
          <p:nvPr/>
        </p:nvSpPr>
        <p:spPr>
          <a:xfrm>
            <a:off x="457200" y="6172200"/>
            <a:ext cx="11277600" cy="38100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8FA3B8"/>
            </a:solidFill>
          </a:ln>
        </p:spPr>
        <p:txBody>
          <a:bodyPr wrap="square" anchor="t"/>
          <a:lstStyle/>
          <a:p>
            <a:r>
              <a:rPr lang="zh-CN" sz="1600"/>
              <a:t>绑定提示占位：可在可见 source chip、speaker notes 或 shape alt text 中保留 html_anchor / metric_id / chart_id。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ingsui Blank Theme">
  <a:themeElements>
    <a:clrScheme name="Qingsui">
      <a:dk1>
        <a:srgbClr val="263238"/>
      </a:dk1>
      <a:lt1>
        <a:srgbClr val="FFFFFF"/>
      </a:lt1>
      <a:dk2>
        <a:srgbClr val="29496B"/>
      </a:dk2>
      <a:lt2>
        <a:srgbClr val="F7F9FB"/>
      </a:lt2>
      <a:accent1>
        <a:srgbClr val="3B82C4"/>
      </a:accent1>
      <a:accent2>
        <a:srgbClr val="73A857"/>
      </a:accent2>
      <a:accent3>
        <a:srgbClr val="E6A23C"/>
      </a:accent3>
      <a:accent4>
        <a:srgbClr val="C05A78"/>
      </a:accent4>
      <a:accent5>
        <a:srgbClr val="6B7C93"/>
      </a:accent5>
      <a:accent6>
        <a:srgbClr val="90A4AE"/>
      </a:accent6>
      <a:hlink>
        <a:srgbClr val="2F6DAE"/>
      </a:hlink>
      <a:folHlink>
        <a:srgbClr val="6B4EA0"/>
      </a:folHlink>
    </a:clrScheme>
    <a:fontScheme name="QingsuiFonts">
      <a:majorFont>
        <a:latin typeface="Aptos Display"/>
        <a:ea typeface="Microsoft YaHei"/>
        <a:cs typeface="Aptos"/>
      </a:majorFont>
      <a:minorFont>
        <a:latin typeface="Aptos"/>
        <a:ea typeface="Microsoft YaHei"/>
        <a:cs typeface="Aptos"/>
      </a:minorFont>
    </a:fontScheme>
    <a:fmtScheme name="QingsuiFormat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Presentation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青穗街区四象限空白版式模板</dc:title>
  <dc:creator>青穗街区材料整理组</dc:creator>
  <cp:lastModifiedBy>青穗街区材料整理组</cp:lastModifiedBy>
  <dcterms:created xsi:type="dcterms:W3CDTF">2026-06-27T00:00:00Z</dcterms:created>
  <dcterms:modified xsi:type="dcterms:W3CDTF">2026-06-27T00:00:00Z</dcterms:modified>
</cp:coreProperties>
</file>