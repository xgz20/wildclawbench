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da35c154cc4580" /><Relationship Type="http://schemas.openxmlformats.org/officeDocument/2006/relationships/extended-properties" Target="/docProps/app.xml" Id="Rb878a541199441a2" /><Relationship Type="http://schemas.openxmlformats.org/officeDocument/2006/relationships/officeDocument" Target="/ppt/presentation.xml" Id="R4be0a0dccd2243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a4479b37cf4a26"/>
  </p:sldMasterIdLst>
  <p:notesMasterIdLst>
    <p:notesMasterId xmlns:r="http://schemas.openxmlformats.org/officeDocument/2006/relationships" r:id="R772d559d285644be"/>
  </p:notesMasterIdLst>
  <p:sldIdLst>
    <p:sldId xmlns:r="http://schemas.openxmlformats.org/officeDocument/2006/relationships" id="256" r:id="Rda49bdde6c0445dd"/>
    <p:sldId xmlns:r="http://schemas.openxmlformats.org/officeDocument/2006/relationships" id="257" r:id="R6b79ed0fdd95412d"/>
    <p:sldId xmlns:r="http://schemas.openxmlformats.org/officeDocument/2006/relationships" id="258" r:id="R30f85abce26d45e4"/>
    <p:sldId xmlns:r="http://schemas.openxmlformats.org/officeDocument/2006/relationships" id="259" r:id="R685605f1aaa24b38"/>
    <p:sldId xmlns:r="http://schemas.openxmlformats.org/officeDocument/2006/relationships" id="260" r:id="Rb971db41ea6a44e6"/>
    <p:sldId xmlns:r="http://schemas.openxmlformats.org/officeDocument/2006/relationships" id="261" r:id="R300c1af6039149a4"/>
    <p:sldId xmlns:r="http://schemas.openxmlformats.org/officeDocument/2006/relationships" id="262" r:id="Rcaa048e4904a4ac3"/>
    <p:sldId xmlns:r="http://schemas.openxmlformats.org/officeDocument/2006/relationships" id="263" r:id="Rb529b2bdbfc34e83"/>
  </p:sldIdLst>
  <p:sldSz cx="12192000" cy="6858000"/>
  <p:notesSz cx="6858000" cy="9144000"/>
  <p:defaultTextStyle>
    <a:defPPr xmlns:a="http://schemas.openxmlformats.org/drawingml/2006/main">
      <a:buNone/>
    </a:def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f4992e478d4068" /><Relationship Type="http://schemas.openxmlformats.org/officeDocument/2006/relationships/slideMaster" Target="/ppt/slideMasters/slideMaster1.xml" Id="Re1a4479b37cf4a26" /><Relationship Type="http://schemas.openxmlformats.org/officeDocument/2006/relationships/notesMaster" Target="/ppt/notesMasters/notesMaster1.xml" Id="R772d559d285644be" /><Relationship Type="http://schemas.openxmlformats.org/officeDocument/2006/relationships/presProps" Target="/ppt/presProps.xml" Id="R08b518627b874072" /><Relationship Type="http://schemas.openxmlformats.org/officeDocument/2006/relationships/tableStyles" Target="/ppt/tableStyles.xml" Id="R6d22b20105974f7d" /><Relationship Type="http://schemas.openxmlformats.org/officeDocument/2006/relationships/slide" Target="/ppt/slides/slide1.xml" Id="Rda49bdde6c0445dd" /><Relationship Type="http://schemas.openxmlformats.org/officeDocument/2006/relationships/slide" Target="/ppt/slides/slide2.xml" Id="R6b79ed0fdd95412d" /><Relationship Type="http://schemas.openxmlformats.org/officeDocument/2006/relationships/slide" Target="/ppt/slides/slide3.xml" Id="R30f85abce26d45e4" /><Relationship Type="http://schemas.openxmlformats.org/officeDocument/2006/relationships/slide" Target="/ppt/slides/slide4.xml" Id="R685605f1aaa24b38" /><Relationship Type="http://schemas.openxmlformats.org/officeDocument/2006/relationships/slide" Target="/ppt/slides/slide5.xml" Id="Rb971db41ea6a44e6" /><Relationship Type="http://schemas.openxmlformats.org/officeDocument/2006/relationships/slide" Target="/ppt/slides/slide6.xml" Id="R300c1af6039149a4" /><Relationship Type="http://schemas.openxmlformats.org/officeDocument/2006/relationships/slide" Target="/ppt/slides/slide7.xml" Id="Rcaa048e4904a4ac3" /><Relationship Type="http://schemas.openxmlformats.org/officeDocument/2006/relationships/slide" Target="/ppt/slides/slide8.xml" Id="Rb529b2bdbfc34e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22c42d9c9f4e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ommunity Green">
  <a:themeElements>
    <a:clrScheme name="Community Green">
      <a:dk1>
        <a:srgbClr val="24342B"/>
      </a:dk1>
      <a:lt1>
        <a:srgbClr val="FFFDF7"/>
      </a:lt1>
      <a:dk2>
        <a:srgbClr val="35523F"/>
      </a:dk2>
      <a:lt2>
        <a:srgbClr val="F6F1E6"/>
      </a:lt2>
      <a:accent1>
        <a:srgbClr val="6AA56B"/>
      </a:accent1>
      <a:accent2>
        <a:srgbClr val="2F6472"/>
      </a:accent2>
      <a:accent3>
        <a:srgbClr val="A0642E"/>
      </a:accent3>
      <a:accent4>
        <a:srgbClr val="5A4C7D"/>
      </a:accent4>
      <a:accent5>
        <a:srgbClr val="B65B4A"/>
      </a:accent5>
      <a:accent6>
        <a:srgbClr val="7A776E"/>
      </a:accent6>
      <a:hlink>
        <a:srgbClr val="2F6472"/>
      </a:hlink>
      <a:folHlink>
        <a:srgbClr val="5A4C7D"/>
      </a:folHlink>
    </a:clrScheme>
    <a:fontScheme name="Local Sans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Community Green">
      <a:fillStyleLst>
        <a:solidFill>
          <a:schemeClr val="lt1"/>
        </a:solidFill>
      </a:fillStyleLst>
      <a:lnStyleLst>
        <a:ln w="12700">
          <a:solidFill>
            <a:schemeClr val="accent1"/>
          </a:solidFill>
        </a:ln>
        <a:ln w="9525">
          <a:solidFill>
            <a:schemeClr val="phClr"/>
          </a:solidFill>
        </a:ln>
        <a:ln w="254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2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74e8ddb0d24f4e" /><Relationship Type="http://schemas.openxmlformats.org/officeDocument/2006/relationships/notesMaster" Target="/ppt/notesMasters/notesMaster1.xml" Id="R87fdec686d6f40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e36693d40e4902" /><Relationship Type="http://schemas.openxmlformats.org/officeDocument/2006/relationships/notesMaster" Target="/ppt/notesMasters/notesMaster1.xml" Id="R378573668f1d4e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38c27ac3904ffb" /><Relationship Type="http://schemas.openxmlformats.org/officeDocument/2006/relationships/notesMaster" Target="/ppt/notesMasters/notesMaster1.xml" Id="R1a798111b18447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551d6bf3624fbb" /><Relationship Type="http://schemas.openxmlformats.org/officeDocument/2006/relationships/notesMaster" Target="/ppt/notesMasters/notesMaster1.xml" Id="R53bb71b69a0c41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5d78c75dbb4728" /><Relationship Type="http://schemas.openxmlformats.org/officeDocument/2006/relationships/notesMaster" Target="/ppt/notesMasters/notesMaster1.xml" Id="R3473ccedd0754b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23dd48d58849c4" /><Relationship Type="http://schemas.openxmlformats.org/officeDocument/2006/relationships/notesMaster" Target="/ppt/notesMasters/notesMaster1.xml" Id="R390f82ed44e04d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f121e560264068" /><Relationship Type="http://schemas.openxmlformats.org/officeDocument/2006/relationships/notesMaster" Target="/ppt/notesMasters/notesMaster1.xml" Id="R3e81d7ffb7cc4d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b9fad666124010" /><Relationship Type="http://schemas.openxmlformats.org/officeDocument/2006/relationships/notesMaster" Target="/ppt/notesMasters/notesMaster1.xml" Id="R5924814b7a6f43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ff710c8fa04d4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179e068730455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426173e4d949f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f55bc0d5c544a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8266a7d94d44b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9cbaf01039475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95ec5d81c841a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ed89fb28a640fa" /></Relationships>
</file>

<file path=ppt/slideLayouts/slideLayout1.xml><?xml version="1.0" encoding="utf-8"?>
<ns0:sldLayout xmlns:ns0="http://schemas.openxmlformats.org/presentationml/2006/main" xmlns:ns1="http://schemas.openxmlformats.org/drawingml/2006/main" xmlns:ns2="http://schemas.microsoft.com/office/drawing/2014/main" type="obj" preserve="1">
  <ns0:cSld name="element_1">
    <ns0:spTree>
      <ns0:nvGrpSpPr>
        <ns0:cNvPr id="1" name="element_4"/>
        <ns0:cNvGrpSpPr/>
        <ns0:nvPr/>
      </ns0:nvGrpSpPr>
      <ns0:grpSpPr>
        <ns1:xfrm/>
      </ns0:grpSpPr>
      <ns0:sp>
        <ns0:nvSpPr>
          <ns0:cNvPr id="2" name="element_11">
            <ns1:extLst>
              <ns1:ext uri="{FF2B5EF4-FFF2-40B4-BE49-F238E27FC236}">
                <ns2:creationId id="{1DEFA61F-DDD6-4EC0-920E-B419166C12CD}"/>
              </ns1:ext>
            </ns1:extLst>
          </ns0:cNvPr>
          <ns0:cNvSpPr>
            <ns1:spLocks noGrp="1"/>
          </ns0:cNvSpPr>
          <ns0:nvPr/>
        </ns0:nvSpPr>
        <ns0:spPr>
          <ns1:xfrm>
            <ns1:off x="430000" y="300000"/>
            <ns1:ext cx="4300000" cy="420000"/>
          </ns1:xfrm>
          <ns1:prstGeom prst="roundRect">
            <ns1:avLst/>
          </ns1:prstGeom>
          <ns1:solidFill>
            <ns1:srgbClr val="F6F1E6"/>
          </ns1:solidFill>
          <ns1:ln w="12700">
            <ns1:solidFill>
              <ns1:srgbClr val="D9D4C8"/>
            </ns1:solidFill>
          </ns1:ln>
        </ns0:spPr>
        <ns0:txBody>
          <ns1:bodyPr wrap="square" lIns="91440" tIns="68580" rIns="91440" bIns="68580"/>
          <ns1:lstStyle/>
          <ns1:p>
            <ns1:r>
              <ns1:rPr sz="1500" b="1"/>
              <ns1:t/>
            </ns1:r>
          </ns1:p>
        </ns0:txBody>
      </ns0:sp>
      <ns0:sp>
        <ns0:nvSpPr>
          <ns0:cNvPr id="3" name="element_38">
            <ns1:extLst>
              <ns1:ext uri="{FF2B5EF4-FFF2-40B4-BE49-F238E27FC236}">
                <ns2:creationId id="{D5806AF8-5D65-4897-9D6C-9010367C1B6F}"/>
              </ns1:ext>
            </ns1:extLst>
          </ns0:cNvPr>
          <ns0:cNvSpPr>
            <ns1:spLocks noGrp="1"/>
          </ns0:cNvSpPr>
          <ns0:nvPr/>
        </ns0:nvSpPr>
        <ns0:spPr>
          <ns1:xfrm>
            <ns1:off x="5200000" y="300000"/>
            <ns1:ext cx="2600000" cy="42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91440" tIns="68580" rIns="91440" bIns="68580"/>
          <ns1:lstStyle/>
          <ns1:p>
            <ns1:r>
              <ns1:rPr sz="1200"/>
              <ns1:t/>
            </ns1:r>
          </ns1:p>
        </ns0:txBody>
      </ns0:sp>
      <ns0:sp>
        <ns0:nvSpPr>
          <ns0:cNvPr id="4" name="element_63">
            <ns1:extLst>
              <ns1:ext uri="{FF2B5EF4-FFF2-40B4-BE49-F238E27FC236}">
                <ns2:creationId id="{8C76ECF3-5566-4E0E-949F-C07B96570823}"/>
              </ns1:ext>
            </ns1:extLst>
          </ns0:cNvPr>
          <ns0:cNvSpPr>
            <ns1:spLocks noGrp="1"/>
          </ns0:cNvSpPr>
          <ns0:nvPr/>
        </ns0:nvSpPr>
        <ns0:spPr>
          <ns1:xfrm>
            <ns1:off x="620000" y="1320000"/>
            <ns1:ext cx="4200000" cy="850000"/>
          </ns1:xfrm>
          <ns1:prstGeom prst="roundRect">
            <ns1:avLst/>
          </ns1:prstGeom>
          <ns1:solidFill>
            <ns1:srgbClr val="FFF8E7"/>
          </ns1:solidFill>
          <ns1:ln w="12700">
            <ns1:solidFill>
              <ns1:srgbClr val="35523F"/>
            </ns1:solidFill>
          </ns1:ln>
        </ns0:spPr>
        <ns0:txBody>
          <ns1:bodyPr wrap="square" lIns="91440" tIns="68580" rIns="91440" bIns="68580"/>
          <ns1:lstStyle/>
          <ns1:p>
            <ns1:r>
              <ns1:rPr sz="1700" b="1"/>
              <ns1:t/>
            </ns1:r>
          </ns1:p>
        </ns0:txBody>
      </ns0:sp>
      <ns0:sp>
        <ns0:nvSpPr>
          <ns0:cNvPr id="5" name="element_90">
            <ns1:extLst>
              <ns1:ext uri="{FF2B5EF4-FFF2-40B4-BE49-F238E27FC236}">
                <ns2:creationId id="{3E115B0C-7205-4A21-85FB-FCA09EA23FE5}"/>
              </ns1:ext>
            </ns1:extLst>
          </ns0:cNvPr>
          <ns0:cNvSpPr>
            <ns1:spLocks noGrp="1"/>
          </ns0:cNvSpPr>
          <ns0:nvPr/>
        </ns0:nvSpPr>
        <ns0:spPr>
          <ns1:xfrm>
            <ns1:off x="6100000" y="1220000"/>
            <ns1:ext cx="3900000" cy="2100000"/>
          </ns1:xfrm>
          <ns1:prstGeom prst="roundRect">
            <ns1:avLst/>
          </ns1:prstGeom>
          <ns1:solidFill>
            <ns1:srgbClr val="EAF4E5"/>
          </ns1:solidFill>
          <ns1:ln w="12700">
            <ns1:solidFill>
              <ns1:srgbClr val="6AA56B"/>
            </ns1:solidFill>
          </ns1:ln>
        </ns0:spPr>
        <ns0:txBody>
          <ns1:bodyPr wrap="square" lIns="91440" tIns="68580" rIns="91440" bIns="68580"/>
          <ns1:lstStyle/>
          <ns1:p>
            <ns1:r>
              <ns1:rPr sz="1500"/>
              <ns1:t/>
            </ns1:r>
          </ns1:p>
        </ns0:txBody>
      </ns0:sp>
      <ns0:sp>
        <ns0:nvSpPr>
          <ns0:cNvPr id="6" name="element_117">
            <ns1:extLst>
              <ns1:ext uri="{FF2B5EF4-FFF2-40B4-BE49-F238E27FC236}">
                <ns2:creationId id="{8C74B937-4A12-48B1-A240-235CD2F77A05}"/>
              </ns1:ext>
            </ns1:extLst>
          </ns0:cNvPr>
          <ns0:cNvSpPr>
            <ns1:spLocks noGrp="1"/>
          </ns0:cNvSpPr>
          <ns0:nvPr/>
        </ns0:nvSpPr>
        <ns0:spPr>
          <ns1:xfrm>
            <ns1:off x="820000" y="4000000"/>
            <ns1:ext cx="3300000" cy="700000"/>
          </ns1:xfrm>
          <ns1:prstGeom prst="roundRect">
            <ns1:avLst/>
          </ns1:prstGeom>
          <ns1:solidFill>
            <ns1:srgbClr val="F0ECF7"/>
          </ns1:solidFill>
          <ns1:ln w="12700">
            <ns1:solidFill>
              <ns1:srgbClr val="5A4C7D"/>
            </ns1:solidFill>
          </ns1:ln>
        </ns0:spPr>
        <ns0:txBody>
          <ns1:bodyPr wrap="square" lIns="91440" tIns="68580" rIns="91440" bIns="68580"/>
          <ns1:lstStyle/>
          <ns1:p>
            <ns1:r>
              <ns1:rPr sz="1400"/>
              <ns1:t/>
            </ns1:r>
          </ns1:p>
        </ns0:txBody>
      </ns0:sp>
    </ns0:spTree>
  </ns0:cSld>
</ns0:sldLayout>
</file>

<file path=ppt/slideLayouts/slideLayout2.xml><?xml version="1.0" encoding="utf-8"?>
<ns0:sldLayout xmlns:ns0="http://schemas.openxmlformats.org/presentationml/2006/main" xmlns:ns1="http://schemas.openxmlformats.org/drawingml/2006/main" xmlns:ns2="http://schemas.microsoft.com/office/drawing/2014/main" type="obj" preserve="1">
  <ns0:cSld name="element_1">
    <ns0:spTree>
      <ns0:nvGrpSpPr>
        <ns0:cNvPr id="1" name="element_4"/>
        <ns0:cNvGrpSpPr/>
        <ns0:nvPr/>
      </ns0:nvGrpSpPr>
      <ns0:grpSpPr>
        <ns1:xfrm/>
      </ns0:grpSpPr>
      <ns0:sp>
        <ns0:nvSpPr>
          <ns0:cNvPr id="2" name="element_11">
            <ns1:extLst>
              <ns1:ext uri="{FF2B5EF4-FFF2-40B4-BE49-F238E27FC236}">
                <ns2:creationId id="{9DBE80F6-C480-462D-BFC6-0BBAC46B88D5}"/>
              </ns1:ext>
            </ns1:extLst>
          </ns0:cNvPr>
          <ns0:cNvSpPr>
            <ns1:spLocks noGrp="1"/>
          </ns0:cNvSpPr>
          <ns0:nvPr/>
        </ns0:nvSpPr>
        <ns0:spPr>
          <ns1:xfrm>
            <ns1:off x="430000" y="300000"/>
            <ns1:ext cx="4300000" cy="420000"/>
          </ns1:xfrm>
          <ns1:prstGeom prst="roundRect">
            <ns1:avLst/>
          </ns1:prstGeom>
          <ns1:solidFill>
            <ns1:srgbClr val="F6F1E6"/>
          </ns1:solidFill>
          <ns1:ln w="12700">
            <ns1:solidFill>
              <ns1:srgbClr val="D9D4C8"/>
            </ns1:solidFill>
          </ns1:ln>
        </ns0:spPr>
        <ns0:txBody>
          <ns1:bodyPr wrap="square" lIns="91440" tIns="68580" rIns="91440" bIns="68580"/>
          <ns1:lstStyle/>
          <ns1:p>
            <ns1:r>
              <ns1:rPr sz="1500" b="1"/>
              <ns1:t/>
            </ns1:r>
          </ns1:p>
        </ns0:txBody>
      </ns0:sp>
      <ns0:sp>
        <ns0:nvSpPr>
          <ns0:cNvPr id="3" name="element_38">
            <ns1:extLst>
              <ns1:ext uri="{FF2B5EF4-FFF2-40B4-BE49-F238E27FC236}">
                <ns2:creationId id="{0E52B7A2-D1E2-4C29-A5A3-849499110899}"/>
              </ns1:ext>
            </ns1:extLst>
          </ns0:cNvPr>
          <ns0:cNvSpPr>
            <ns1:spLocks noGrp="1"/>
          </ns0:cNvSpPr>
          <ns0:nvPr/>
        </ns0:nvSpPr>
        <ns0:spPr>
          <ns1:xfrm>
            <ns1:off x="5200000" y="300000"/>
            <ns1:ext cx="2600000" cy="42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91440" tIns="68580" rIns="91440" bIns="68580"/>
          <ns1:lstStyle/>
          <ns1:p>
            <ns1:r>
              <ns1:rPr sz="1200"/>
              <ns1:t/>
            </ns1:r>
          </ns1:p>
        </ns0:txBody>
      </ns0:sp>
      <ns0:sp>
        <ns0:nvSpPr>
          <ns0:cNvPr id="10" name="element_63">
            <ns1:extLst>
              <ns1:ext uri="{FF2B5EF4-FFF2-40B4-BE49-F238E27FC236}">
                <ns2:creationId id="{38362982-66C0-42C7-ABAE-9C2FB74CF4E4}"/>
              </ns1:ext>
            </ns1:extLst>
          </ns0:cNvPr>
          <ns0:cNvSpPr>
            <ns1:spLocks noGrp="1"/>
          </ns0:cNvSpPr>
          <ns0:nvPr/>
        </ns0:nvSpPr>
        <ns0:spPr>
          <ns1:xfrm>
            <ns1:off x="1600000" y="2500000"/>
            <ns1:ext cx="2600000" cy="1"/>
          </ns1:xfrm>
          <ns1:prstGeom prst="line">
            <ns1:avLst/>
          </ns1:prstGeom>
          <ns1:ln w="25400">
            <ns1:solidFill>
              <ns1:srgbClr val="6AA56B"/>
            </ns1:solidFill>
            <ns1:tailEnd type="triangle"/>
          </ns1:ln>
        </ns0:spPr>
      </ns0:sp>
      <ns0:sp>
        <ns0:nvSpPr>
          <ns0:cNvPr id="11" name="element_82">
            <ns1:extLst>
              <ns1:ext uri="{FF2B5EF4-FFF2-40B4-BE49-F238E27FC236}">
                <ns2:creationId id="{C6AD185B-8E15-4645-91D4-C84E08464FC5}"/>
              </ns1:ext>
            </ns1:extLst>
          </ns0:cNvPr>
          <ns0:cNvSpPr>
            <ns1:spLocks noGrp="1"/>
          </ns0:cNvSpPr>
          <ns0:nvPr/>
        </ns0:nvSpPr>
        <ns0:spPr>
          <ns1:xfrm>
            <ns1:off x="5000000" y="2500000"/>
            <ns1:ext cx="2600000" cy="1200000"/>
          </ns1:xfrm>
          <ns1:prstGeom prst="line">
            <ns1:avLst/>
          </ns1:prstGeom>
          <ns1:ln w="25400">
            <ns1:solidFill>
              <ns1:srgbClr val="2F6472"/>
            </ns1:solidFill>
            <ns1:tailEnd type="triangle"/>
          </ns1:ln>
        </ns0:spPr>
      </ns0:sp>
      <ns0:sp>
        <ns0:nvSpPr>
          <ns0:cNvPr id="4" name="element_101">
            <ns1:extLst>
              <ns1:ext uri="{FF2B5EF4-FFF2-40B4-BE49-F238E27FC236}">
                <ns2:creationId id="{B39195B8-5B49-4B28-8117-1E283621CBAF}"/>
              </ns1:ext>
            </ns1:extLst>
          </ns0:cNvPr>
          <ns0:cNvSpPr>
            <ns1:spLocks noGrp="1"/>
          </ns0:cNvSpPr>
          <ns0:nvPr/>
        </ns0:nvSpPr>
        <ns0:spPr>
          <ns1:xfrm>
            <ns1:off x="780000" y="2100000"/>
            <ns1:ext cx="1200000" cy="650000"/>
          </ns1:xfrm>
          <ns1:prstGeom prst="roundRect">
            <ns1:avLst/>
          </ns1:prstGeom>
          <ns1:solidFill>
            <ns1:srgbClr val="EAF4E5"/>
          </ns1:solidFill>
          <ns1:ln w="12700">
            <ns1:solidFill>
              <ns1:srgbClr val="3F6B4A"/>
            </ns1:solidFill>
          </ns1:ln>
        </ns0:spPr>
        <ns0:txBody>
          <ns1:bodyPr wrap="square" lIns="91440" tIns="68580" rIns="91440" bIns="68580"/>
          <ns1:lstStyle/>
          <ns1:p>
            <ns1:r>
              <ns1:rPr sz="1300"/>
              <ns1:t/>
            </ns1:r>
          </ns1:p>
        </ns0:txBody>
      </ns0:sp>
      <ns0:sp>
        <ns0:nvSpPr>
          <ns0:cNvPr id="5" name="element_128">
            <ns1:extLst>
              <ns1:ext uri="{FF2B5EF4-FFF2-40B4-BE49-F238E27FC236}">
                <ns2:creationId id="{61CF0C95-49E5-4143-9EEB-C5EA157F3017}"/>
              </ns1:ext>
            </ns1:extLst>
          </ns0:cNvPr>
          <ns0:cNvSpPr>
            <ns1:spLocks noGrp="1"/>
          </ns0:cNvSpPr>
          <ns0:nvPr/>
        </ns0:nvSpPr>
        <ns0:spPr>
          <ns1:xfrm>
            <ns1:off x="4200000" y="2100000"/>
            <ns1:ext cx="1200000" cy="650000"/>
          </ns1:xfrm>
          <ns1:prstGeom prst="roundRect">
            <ns1:avLst/>
          </ns1:prstGeom>
          <ns1:solidFill>
            <ns1:srgbClr val="E8F4F7"/>
          </ns1:solidFill>
          <ns1:ln w="12700">
            <ns1:solidFill>
              <ns1:srgbClr val="2F6472"/>
            </ns1:solidFill>
          </ns1:ln>
        </ns0:spPr>
        <ns0:txBody>
          <ns1:bodyPr wrap="square" lIns="91440" tIns="68580" rIns="91440" bIns="68580"/>
          <ns1:lstStyle/>
          <ns1:p>
            <ns1:r>
              <ns1:rPr sz="1300"/>
              <ns1:t/>
            </ns1:r>
          </ns1:p>
        </ns0:txBody>
      </ns0:sp>
      <ns0:sp>
        <ns0:nvSpPr>
          <ns0:cNvPr id="6" name="element_155">
            <ns1:extLst>
              <ns1:ext uri="{FF2B5EF4-FFF2-40B4-BE49-F238E27FC236}">
                <ns2:creationId id="{A28D947D-4F62-471D-9B6B-234796F724F9}"/>
              </ns1:ext>
            </ns1:extLst>
          </ns0:cNvPr>
          <ns0:cNvSpPr>
            <ns1:spLocks noGrp="1"/>
          </ns0:cNvSpPr>
          <ns0:nvPr/>
        </ns0:nvSpPr>
        <ns0:spPr>
          <ns1:xfrm>
            <ns1:off x="7600000" y="3300000"/>
            <ns1:ext cx="1200000" cy="650000"/>
          </ns1:xfrm>
          <ns1:prstGeom prst="roundRect">
            <ns1:avLst/>
          </ns1:prstGeom>
          <ns1:solidFill>
            <ns1:srgbClr val="FCE7DD"/>
          </ns1:solidFill>
          <ns1:ln w="12700">
            <ns1:solidFill>
              <ns1:srgbClr val="B65B4A"/>
            </ns1:solidFill>
          </ns1:ln>
        </ns0:spPr>
        <ns0:txBody>
          <ns1:bodyPr wrap="square" lIns="91440" tIns="68580" rIns="91440" bIns="68580"/>
          <ns1:lstStyle/>
          <ns1:p>
            <ns1:r>
              <ns1:rPr sz="1300"/>
              <ns1:t/>
            </ns1:r>
          </ns1:p>
        </ns0:txBody>
      </ns0:sp>
    </ns0:spTree>
  </ns0:cSld>
</ns0:sldLayout>
</file>

<file path=ppt/slideLayouts/slideLayout3.xml><?xml version="1.0" encoding="utf-8"?>
<ns0:sldLayout xmlns:ns0="http://schemas.openxmlformats.org/presentationml/2006/main" xmlns:ns1="http://schemas.openxmlformats.org/drawingml/2006/main" xmlns:ns2="http://schemas.microsoft.com/office/drawing/2014/main" type="obj" preserve="1">
  <ns0:cSld name="element_1">
    <ns0:spTree>
      <ns0:nvGrpSpPr>
        <ns0:cNvPr id="1" name="element_4"/>
        <ns0:cNvGrpSpPr/>
        <ns0:nvPr/>
      </ns0:nvGrpSpPr>
      <ns0:grpSpPr>
        <ns1:xfrm/>
      </ns0:grpSpPr>
      <ns0:sp>
        <ns0:nvSpPr>
          <ns0:cNvPr id="2" name="element_11">
            <ns1:extLst>
              <ns1:ext uri="{FF2B5EF4-FFF2-40B4-BE49-F238E27FC236}">
                <ns2:creationId id="{F4C38D93-A945-4012-810D-6CB968275533}"/>
              </ns1:ext>
            </ns1:extLst>
          </ns0:cNvPr>
          <ns0:cNvSpPr>
            <ns1:spLocks noGrp="1"/>
          </ns0:cNvSpPr>
          <ns0:nvPr/>
        </ns0:nvSpPr>
        <ns0:spPr>
          <ns1:xfrm>
            <ns1:off x="430000" y="300000"/>
            <ns1:ext cx="4300000" cy="420000"/>
          </ns1:xfrm>
          <ns1:prstGeom prst="roundRect">
            <ns1:avLst/>
          </ns1:prstGeom>
          <ns1:solidFill>
            <ns1:srgbClr val="F6F1E6"/>
          </ns1:solidFill>
          <ns1:ln w="12700">
            <ns1:solidFill>
              <ns1:srgbClr val="D9D4C8"/>
            </ns1:solidFill>
          </ns1:ln>
        </ns0:spPr>
        <ns0:txBody>
          <ns1:bodyPr wrap="square" lIns="91440" tIns="68580" rIns="91440" bIns="68580"/>
          <ns1:lstStyle/>
          <ns1:p>
            <ns1:r>
              <ns1:rPr sz="1500" b="1"/>
              <ns1:t/>
            </ns1:r>
          </ns1:p>
        </ns0:txBody>
      </ns0:sp>
      <ns0:sp>
        <ns0:nvSpPr>
          <ns0:cNvPr id="3" name="element_38">
            <ns1:extLst>
              <ns1:ext uri="{FF2B5EF4-FFF2-40B4-BE49-F238E27FC236}">
                <ns2:creationId id="{68CCF3D4-89E0-4E95-B64E-C0BFFC6CB64B}"/>
              </ns1:ext>
            </ns1:extLst>
          </ns0:cNvPr>
          <ns0:cNvSpPr>
            <ns1:spLocks noGrp="1"/>
          </ns0:cNvSpPr>
          <ns0:nvPr/>
        </ns0:nvSpPr>
        <ns0:spPr>
          <ns1:xfrm>
            <ns1:off x="5200000" y="300000"/>
            <ns1:ext cx="2600000" cy="42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91440" tIns="68580" rIns="91440" bIns="68580"/>
          <ns1:lstStyle/>
          <ns1:p>
            <ns1:r>
              <ns1:rPr sz="1200"/>
              <ns1:t/>
            </ns1:r>
          </ns1:p>
        </ns0:txBody>
      </ns0:sp>
      <ns0:sp>
        <ns0:nvSpPr>
          <ns0:cNvPr id="4" name="element_63">
            <ns1:extLst>
              <ns1:ext uri="{FF2B5EF4-FFF2-40B4-BE49-F238E27FC236}">
                <ns2:creationId id="{FF6920A5-69DE-4385-AB6D-E5FFF9920C24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1400000"/>
            <ns1:ext cx="2700000" cy="3000000"/>
          </ns1:xfrm>
          <ns1:prstGeom prst="roundRect">
            <ns1:avLst/>
          </ns1:prstGeom>
          <ns1:solidFill>
            <ns1:srgbClr val="EAF4E5"/>
          </ns1:solidFill>
          <ns1:ln w="12700">
            <ns1:solidFill>
              <ns1:srgbClr val="3F6B4A"/>
            </ns1:solidFill>
          </ns1:ln>
        </ns0:spPr>
        <ns0:txBody>
          <ns1:bodyPr wrap="square" lIns="91440" tIns="68580" rIns="91440" bIns="68580"/>
          <ns1:lstStyle/>
          <ns1:p>
            <ns1:r>
              <ns1:rPr sz="1450"/>
              <ns1:t/>
            </ns1:r>
          </ns1:p>
        </ns0:txBody>
      </ns0:sp>
      <ns0:sp>
        <ns0:nvSpPr>
          <ns0:cNvPr id="5" name="element_90">
            <ns1:extLst>
              <ns1:ext uri="{FF2B5EF4-FFF2-40B4-BE49-F238E27FC236}">
                <ns2:creationId id="{6D52E92F-8980-4C5B-AE0D-418711DD3B6A}"/>
              </ns1:ext>
            </ns1:extLst>
          </ns0:cNvPr>
          <ns0:cNvSpPr>
            <ns1:spLocks noGrp="1"/>
          </ns0:cNvSpPr>
          <ns0:nvPr/>
        </ns0:nvSpPr>
        <ns0:spPr>
          <ns1:xfrm>
            <ns1:off x="4200000" y="1400000"/>
            <ns1:ext cx="2700000" cy="3000000"/>
          </ns1:xfrm>
          <ns1:prstGeom prst="roundRect">
            <ns1:avLst/>
          </ns1:prstGeom>
          <ns1:solidFill>
            <ns1:srgbClr val="FBF0DF"/>
          </ns1:solidFill>
          <ns1:ln w="12700">
            <ns1:solidFill>
              <ns1:srgbClr val="A0642E"/>
            </ns1:solidFill>
          </ns1:ln>
        </ns0:spPr>
        <ns0:txBody>
          <ns1:bodyPr wrap="square" lIns="91440" tIns="68580" rIns="91440" bIns="68580"/>
          <ns1:lstStyle/>
          <ns1:p>
            <ns1:r>
              <ns1:rPr sz="1450"/>
              <ns1:t/>
            </ns1:r>
          </ns1:p>
        </ns0:txBody>
      </ns0:sp>
      <ns0:sp>
        <ns0:nvSpPr>
          <ns0:cNvPr id="6" name="element_117">
            <ns1:extLst>
              <ns1:ext uri="{FF2B5EF4-FFF2-40B4-BE49-F238E27FC236}">
                <ns2:creationId id="{B863711F-4C46-406F-A1AC-4CADD3732601}"/>
              </ns1:ext>
            </ns1:extLst>
          </ns0:cNvPr>
          <ns0:cNvSpPr>
            <ns1:spLocks noGrp="1"/>
          </ns0:cNvSpPr>
          <ns0:nvPr/>
        </ns0:nvSpPr>
        <ns0:spPr>
          <ns1:xfrm>
            <ns1:off x="7680000" y="1400000"/>
            <ns1:ext cx="2700000" cy="3000000"/>
          </ns1:xfrm>
          <ns1:prstGeom prst="roundRect">
            <ns1:avLst/>
          </ns1:prstGeom>
          <ns1:solidFill>
            <ns1:srgbClr val="FCE7DD"/>
          </ns1:solidFill>
          <ns1:ln w="12700">
            <ns1:solidFill>
              <ns1:srgbClr val="B65B4A"/>
            </ns1:solidFill>
          </ns1:ln>
        </ns0:spPr>
        <ns0:txBody>
          <ns1:bodyPr wrap="square" lIns="91440" tIns="68580" rIns="91440" bIns="68580"/>
          <ns1:lstStyle/>
          <ns1:p>
            <ns1:r>
              <ns1:rPr sz="1450"/>
              <ns1:t/>
            </ns1:r>
          </ns1:p>
        </ns0:txBody>
      </ns0:sp>
    </ns0:spTree>
  </ns0:cSld>
</ns0:sldLayout>
</file>

<file path=ppt/slideLayouts/slideLayout4.xml><?xml version="1.0" encoding="utf-8"?>
<ns0:sldLayout xmlns:ns0="http://schemas.openxmlformats.org/presentationml/2006/main" xmlns:ns1="http://schemas.openxmlformats.org/drawingml/2006/main" xmlns:ns2="http://schemas.microsoft.com/office/drawing/2014/main" type="obj" preserve="1">
  <ns0:cSld name="element_1">
    <ns0:spTree>
      <ns0:nvGrpSpPr>
        <ns0:cNvPr id="1" name="element_4"/>
        <ns0:cNvGrpSpPr/>
        <ns0:nvPr/>
      </ns0:nvGrpSpPr>
      <ns0:grpSpPr>
        <ns1:xfrm/>
      </ns0:grpSpPr>
      <ns0:sp>
        <ns0:nvSpPr>
          <ns0:cNvPr id="2" name="element_11">
            <ns1:extLst>
              <ns1:ext uri="{FF2B5EF4-FFF2-40B4-BE49-F238E27FC236}">
                <ns2:creationId id="{0524181F-D62B-4124-B51B-1FA2D47951B3}"/>
              </ns1:ext>
            </ns1:extLst>
          </ns0:cNvPr>
          <ns0:cNvSpPr>
            <ns1:spLocks noGrp="1"/>
          </ns0:cNvSpPr>
          <ns0:nvPr/>
        </ns0:nvSpPr>
        <ns0:spPr>
          <ns1:xfrm>
            <ns1:off x="430000" y="300000"/>
            <ns1:ext cx="4300000" cy="420000"/>
          </ns1:xfrm>
          <ns1:prstGeom prst="roundRect">
            <ns1:avLst/>
          </ns1:prstGeom>
          <ns1:solidFill>
            <ns1:srgbClr val="F6F1E6"/>
          </ns1:solidFill>
          <ns1:ln w="12700">
            <ns1:solidFill>
              <ns1:srgbClr val="D9D4C8"/>
            </ns1:solidFill>
          </ns1:ln>
        </ns0:spPr>
        <ns0:txBody>
          <ns1:bodyPr wrap="square" lIns="91440" tIns="68580" rIns="91440" bIns="68580"/>
          <ns1:lstStyle/>
          <ns1:p>
            <ns1:r>
              <ns1:rPr sz="1500" b="1"/>
              <ns1:t/>
            </ns1:r>
          </ns1:p>
        </ns0:txBody>
      </ns0:sp>
      <ns0:sp>
        <ns0:nvSpPr>
          <ns0:cNvPr id="3" name="element_38">
            <ns1:extLst>
              <ns1:ext uri="{FF2B5EF4-FFF2-40B4-BE49-F238E27FC236}">
                <ns2:creationId id="{89D3B355-0827-4731-ADAF-8E673BBF5F82}"/>
              </ns1:ext>
            </ns1:extLst>
          </ns0:cNvPr>
          <ns0:cNvSpPr>
            <ns1:spLocks noGrp="1"/>
          </ns0:cNvSpPr>
          <ns0:nvPr/>
        </ns0:nvSpPr>
        <ns0:spPr>
          <ns1:xfrm>
            <ns1:off x="5200000" y="300000"/>
            <ns1:ext cx="2600000" cy="42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91440" tIns="68580" rIns="91440" bIns="68580"/>
          <ns1:lstStyle/>
          <ns1:p>
            <ns1:r>
              <ns1:rPr sz="1200"/>
              <ns1:t/>
            </ns1:r>
          </ns1:p>
        </ns0:txBody>
      </ns0:sp>
      <ns0:sp>
        <ns0:nvSpPr>
          <ns0:cNvPr id="10" name="element_63">
            <ns1:extLst>
              <ns1:ext uri="{FF2B5EF4-FFF2-40B4-BE49-F238E27FC236}">
                <ns2:creationId id="{2A1FE44E-C941-49F3-B151-255F782B9C65}"/>
              </ns1:ext>
            </ns1:extLst>
          </ns0:cNvPr>
          <ns0:cNvSpPr>
            <ns1:spLocks noGrp="1"/>
          </ns0:cNvSpPr>
          <ns0:nvPr/>
        </ns0:nvSpPr>
        <ns0:spPr>
          <ns1:xfrm>
            <ns1:off x="1700000" y="2200000"/>
            <ns1:ext cx="8200000" cy="1"/>
          </ns1:xfrm>
          <ns1:prstGeom prst="line">
            <ns1:avLst/>
          </ns1:prstGeom>
          <ns1:ln w="25400">
            <ns1:solidFill>
              <ns1:srgbClr val="A0642E"/>
            </ns1:solidFill>
            <ns1:tailEnd type="triangle"/>
          </ns1:ln>
        </ns0:spPr>
      </ns0:sp>
      <ns0:sp>
        <ns0:nvSpPr>
          <ns0:cNvPr id="11" name="element_82">
            <ns1:extLst>
              <ns1:ext uri="{FF2B5EF4-FFF2-40B4-BE49-F238E27FC236}">
                <ns2:creationId id="{D02144C2-4357-4536-84CB-A5875EB60448}"/>
              </ns1:ext>
            </ns1:extLst>
          </ns0:cNvPr>
          <ns0:cNvSpPr>
            <ns1:spLocks noGrp="1"/>
          </ns0:cNvSpPr>
          <ns0:nvPr/>
        </ns0:nvSpPr>
        <ns0:spPr>
          <ns1:xfrm>
            <ns1:off x="1700000" y="3900000"/>
            <ns1:ext cx="8200000" cy="1"/>
          </ns1:xfrm>
          <ns1:prstGeom prst="line">
            <ns1:avLst/>
          </ns1:prstGeom>
          <ns1:ln w="25400">
            <ns1:solidFill>
              <ns1:srgbClr val="3F6B4A"/>
            </ns1:solidFill>
            <ns1:tailEnd type="triangle"/>
          </ns1:ln>
        </ns0:spPr>
      </ns0:sp>
      <ns0:sp>
        <ns0:nvSpPr>
          <ns0:cNvPr id="4" name="element_101">
            <ns1:extLst>
              <ns1:ext uri="{FF2B5EF4-FFF2-40B4-BE49-F238E27FC236}">
                <ns2:creationId id="{D61DD4F7-4C24-42F7-BD0B-154E505B166B}"/>
              </ns1:ext>
            </ns1:extLst>
          </ns0:cNvPr>
          <ns0:cNvSpPr>
            <ns1:spLocks noGrp="1"/>
          </ns0:cNvSpPr>
          <ns0:nvPr/>
        </ns0:nvSpPr>
        <ns0:spPr>
          <ns1:xfrm>
            <ns1:off x="680000" y="1900000"/>
            <ns1:ext cx="860000" cy="500000"/>
          </ns1:xfrm>
          <ns1:prstGeom prst="roundRect">
            <ns1:avLst/>
          </ns1:prstGeom>
          <ns1:solidFill>
            <ns1:srgbClr val="FBF0DF"/>
          </ns1:solidFill>
          <ns1:ln w="12700">
            <ns1:solidFill>
              <ns1:srgbClr val="A0642E"/>
            </ns1:solidFill>
          </ns1:ln>
        </ns0:spPr>
        <ns0:txBody>
          <ns1:bodyPr wrap="square" lIns="91440" tIns="68580" rIns="91440" bIns="68580"/>
          <ns1:lstStyle/>
          <ns1:p>
            <ns1:r>
              <ns1:rPr sz="1250"/>
              <ns1:t/>
            </ns1:r>
          </ns1:p>
        </ns0:txBody>
      </ns0:sp>
      <ns0:sp>
        <ns0:nvSpPr>
          <ns0:cNvPr id="5" name="element_128">
            <ns1:extLst>
              <ns1:ext uri="{FF2B5EF4-FFF2-40B4-BE49-F238E27FC236}">
                <ns2:creationId id="{1E1833A9-ED9F-440B-AA6C-17DEB9FEB490}"/>
              </ns1:ext>
            </ns1:extLst>
          </ns0:cNvPr>
          <ns0:cNvSpPr>
            <ns1:spLocks noGrp="1"/>
          </ns0:cNvSpPr>
          <ns0:nvPr/>
        </ns0:nvSpPr>
        <ns0:spPr>
          <ns1:xfrm>
            <ns1:off x="680000" y="3600000"/>
            <ns1:ext cx="860000" cy="500000"/>
          </ns1:xfrm>
          <ns1:prstGeom prst="roundRect">
            <ns1:avLst/>
          </ns1:prstGeom>
          <ns1:solidFill>
            <ns1:srgbClr val="EAF4E5"/>
          </ns1:solidFill>
          <ns1:ln w="12700">
            <ns1:solidFill>
              <ns1:srgbClr val="3F6B4A"/>
            </ns1:solidFill>
          </ns1:ln>
        </ns0:spPr>
        <ns0:txBody>
          <ns1:bodyPr wrap="square" lIns="91440" tIns="68580" rIns="91440" bIns="68580"/>
          <ns1:lstStyle/>
          <ns1:p>
            <ns1:r>
              <ns1:rPr sz="1250"/>
              <ns1:t/>
            </ns1:r>
          </ns1:p>
        </ns0:txBody>
      </ns0:sp>
    </ns0:spTree>
  </ns0:cSld>
</ns0:sldLayout>
</file>

<file path=ppt/slideLayouts/slideLayout5.xml><?xml version="1.0" encoding="utf-8"?>
<ns0:sldLayout xmlns:ns0="http://schemas.openxmlformats.org/presentationml/2006/main" xmlns:ns1="http://schemas.openxmlformats.org/drawingml/2006/main" xmlns:ns2="http://schemas.microsoft.com/office/drawing/2014/main" type="obj" preserve="1">
  <ns0:cSld name="element_1">
    <ns0:spTree>
      <ns0:nvGrpSpPr>
        <ns0:cNvPr id="1" name="element_4"/>
        <ns0:cNvGrpSpPr/>
        <ns0:nvPr/>
      </ns0:nvGrpSpPr>
      <ns0:grpSpPr>
        <ns1:xfrm/>
      </ns0:grpSpPr>
      <ns0:sp>
        <ns0:nvSpPr>
          <ns0:cNvPr id="2" name="element_11">
            <ns1:extLst>
              <ns1:ext uri="{FF2B5EF4-FFF2-40B4-BE49-F238E27FC236}">
                <ns2:creationId id="{742D4580-C3EB-4739-9A4D-D0424B408ABD}"/>
              </ns1:ext>
            </ns1:extLst>
          </ns0:cNvPr>
          <ns0:cNvSpPr>
            <ns1:spLocks noGrp="1"/>
          </ns0:cNvSpPr>
          <ns0:nvPr/>
        </ns0:nvSpPr>
        <ns0:spPr>
          <ns1:xfrm>
            <ns1:off x="430000" y="300000"/>
            <ns1:ext cx="4300000" cy="420000"/>
          </ns1:xfrm>
          <ns1:prstGeom prst="roundRect">
            <ns1:avLst/>
          </ns1:prstGeom>
          <ns1:solidFill>
            <ns1:srgbClr val="F6F1E6"/>
          </ns1:solidFill>
          <ns1:ln w="12700">
            <ns1:solidFill>
              <ns1:srgbClr val="D9D4C8"/>
            </ns1:solidFill>
          </ns1:ln>
        </ns0:spPr>
        <ns0:txBody>
          <ns1:bodyPr wrap="square" lIns="91440" tIns="68580" rIns="91440" bIns="68580"/>
          <ns1:lstStyle/>
          <ns1:p>
            <ns1:r>
              <ns1:rPr sz="1500" b="1"/>
              <ns1:t/>
            </ns1:r>
          </ns1:p>
        </ns0:txBody>
      </ns0:sp>
      <ns0:sp>
        <ns0:nvSpPr>
          <ns0:cNvPr id="3" name="element_38">
            <ns1:extLst>
              <ns1:ext uri="{FF2B5EF4-FFF2-40B4-BE49-F238E27FC236}">
                <ns2:creationId id="{A8D7BF6E-E997-4273-9702-5F0A2290C10F}"/>
              </ns1:ext>
            </ns1:extLst>
          </ns0:cNvPr>
          <ns0:cNvSpPr>
            <ns1:spLocks noGrp="1"/>
          </ns0:cNvSpPr>
          <ns0:nvPr/>
        </ns0:nvSpPr>
        <ns0:spPr>
          <ns1:xfrm>
            <ns1:off x="5200000" y="300000"/>
            <ns1:ext cx="2600000" cy="42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91440" tIns="68580" rIns="91440" bIns="68580"/>
          <ns1:lstStyle/>
          <ns1:p>
            <ns1:r>
              <ns1:rPr sz="1200"/>
              <ns1:t/>
            </ns1:r>
          </ns1:p>
        </ns0:txBody>
      </ns0:sp>
      <ns0:graphicFrame>
        <ns0:nvGraphicFramePr>
          <ns0:cNvPr id="4" name="element_63">
            <ns1:extLst>
              <ns1:ext uri="{FF2B5EF4-FFF2-40B4-BE49-F238E27FC236}">
                <ns2:creationId id="{E48DF688-B798-4DE4-A818-57F0B19429C1}"/>
              </ns1:ext>
            </ns1:extLst>
          </ns0:cNvPr>
          <ns0:cNvGraphicFramePr/>
          <ns0:nvPr/>
        </ns0:nvGraphicFramePr>
        <ns0:xfrm>
          <ns1:off x="820000" y="1420000"/>
          <ns1:ext cx="7600000" cy="2600000"/>
        </ns0:xfrm>
        <ns1:graphic>
          <ns1:graphicData uri="http://schemas.openxmlformats.org/drawingml/2006/table">
            <ns1:tbl>
              <ns1:tblPr firstRow="1" bandRow="1">
                <ns1:tableStyleId>{5C22544A-7EE6-4342-B048-85BDC9FD1C3A}</ns1:tableStyleId>
              </ns1:tblPr>
              <ns1:tblGrid>
                <ns1:gridCol w="2533333"/>
                <ns1:gridCol w="2533333"/>
                <ns1:gridCol w="2533333"/>
              </ns1:tblGrid>
              <ns1:tr h="866666">
                <ns1:tc>
                  <ns1:txBody>
                    <ns1:bodyPr wrap="square"/>
                    <ns1:lstStyle/>
                    <ns1:p>
                      <ns1:r>
                        <ns1:rPr sz="1450" b="1"/>
                        <ns1:t/>
                      </ns1:r>
                    </ns1:p>
                  </ns1:txBody>
                  <ns1:tcPr marL="45720" marR="45720" marT="45720" marB="45720">
                    <ns1:lnL w="6350">
                      <ns1:solidFill>
                        <ns1:srgbClr val="D9D4C8"/>
                      </ns1:solidFill>
                    </ns1:lnL>
                    <ns1:lnR w="6350">
                      <ns1:solidFill>
                        <ns1:srgbClr val="D9D4C8"/>
                      </ns1:solidFill>
                    </ns1:lnR>
                    <ns1:lnT w="6350">
                      <ns1:solidFill>
                        <ns1:srgbClr val="D9D4C8"/>
                      </ns1:solidFill>
                    </ns1:lnT>
                    <ns1:lnB w="6350">
                      <ns1:solidFill>
                        <ns1:srgbClr val="D9D4C8"/>
                      </ns1:solidFill>
                    </ns1:lnB>
                    <ns1:solidFill>
                      <ns1:srgbClr val="35523F"/>
                    </ns1:solidFill>
                  </ns1:tcPr>
                </ns1:tc>
                <ns1:tc>
                  <ns1:txBody>
                    <ns1:bodyPr wrap="square"/>
                    <ns1:lstStyle/>
                    <ns1:p>
                      <ns1:r>
                        <ns1:rPr sz="1450" b="1"/>
                        <ns1:t/>
                      </ns1:r>
                    </ns1:p>
                  </ns1:txBody>
                  <ns1:tcPr marL="45720" marR="45720" marT="45720" marB="45720">
                    <ns1:lnL w="6350">
                      <ns1:solidFill>
                        <ns1:srgbClr val="D9D4C8"/>
                      </ns1:solidFill>
                    </ns1:lnL>
                    <ns1:lnR w="6350">
                      <ns1:solidFill>
                        <ns1:srgbClr val="D9D4C8"/>
                      </ns1:solidFill>
                    </ns1:lnR>
                    <ns1:lnT w="6350">
                      <ns1:solidFill>
                        <ns1:srgbClr val="D9D4C8"/>
                      </ns1:solidFill>
                    </ns1:lnT>
                    <ns1:lnB w="6350">
                      <ns1:solidFill>
                        <ns1:srgbClr val="D9D4C8"/>
                      </ns1:solidFill>
                    </ns1:lnB>
                    <ns1:solidFill>
                      <ns1:srgbClr val="35523F"/>
                    </ns1:solidFill>
                  </ns1:tcPr>
                </ns1:tc>
                <ns1:tc>
                  <ns1:txBody>
                    <ns1:bodyPr wrap="square"/>
                    <ns1:lstStyle/>
                    <ns1:p>
                      <ns1:r>
                        <ns1:rPr sz="1450" b="1"/>
                        <ns1:t/>
                      </ns1:r>
                    </ns1:p>
                  </ns1:txBody>
                  <ns1:tcPr marL="45720" marR="45720" marT="45720" marB="45720">
                    <ns1:lnL w="6350">
                      <ns1:solidFill>
                        <ns1:srgbClr val="D9D4C8"/>
                      </ns1:solidFill>
                    </ns1:lnL>
                    <ns1:lnR w="6350">
                      <ns1:solidFill>
                        <ns1:srgbClr val="D9D4C8"/>
                      </ns1:solidFill>
                    </ns1:lnR>
                    <ns1:lnT w="6350">
                      <ns1:solidFill>
                        <ns1:srgbClr val="D9D4C8"/>
                      </ns1:solidFill>
                    </ns1:lnT>
                    <ns1:lnB w="6350">
                      <ns1:solidFill>
                        <ns1:srgbClr val="D9D4C8"/>
                      </ns1:solidFill>
                    </ns1:lnB>
                    <ns1:solidFill>
                      <ns1:srgbClr val="35523F"/>
                    </ns1:solidFill>
                  </ns1:tcPr>
                </ns1:tc>
              </ns1:tr>
              <ns1:tr h="866666">
                <ns1:tc>
                  <ns1:txBody>
                    <ns1:bodyPr wrap="square"/>
                    <ns1:lstStyle/>
                    <ns1:p>
                      <ns1:r>
                        <ns1:rPr sz="1450"/>
                        <ns1:t/>
                      </ns1:r>
                    </ns1:p>
                  </ns1:txBody>
                  <ns1:tcPr marL="45720" marR="45720" marT="45720" marB="45720">
                    <ns1:lnL w="6350">
                      <ns1:solidFill>
                        <ns1:srgbClr val="D9D4C8"/>
                      </ns1:solidFill>
                    </ns1:lnL>
                    <ns1:lnR w="6350">
                      <ns1:solidFill>
                        <ns1:srgbClr val="D9D4C8"/>
                      </ns1:solidFill>
                    </ns1:lnR>
                    <ns1:lnT w="6350">
                      <ns1:solidFill>
                        <ns1:srgbClr val="D9D4C8"/>
                      </ns1:solidFill>
                    </ns1:lnT>
                    <ns1:lnB w="6350">
                      <ns1:solidFill>
                        <ns1:srgbClr val="D9D4C8"/>
                      </ns1:solidFill>
                    </ns1:lnB>
                    <ns1:solidFill>
                      <ns1:srgbClr val="FFFDF7"/>
                    </ns1:solidFill>
                  </ns1:tcPr>
                </ns1:tc>
                <ns1:tc>
                  <ns1:txBody>
                    <ns1:bodyPr wrap="square"/>
                    <ns1:lstStyle/>
                    <ns1:p>
                      <ns1:r>
                        <ns1:rPr sz="1450"/>
                        <ns1:t/>
                      </ns1:r>
                    </ns1:p>
                  </ns1:txBody>
                  <ns1:tcPr marL="45720" marR="45720" marT="45720" marB="45720">
                    <ns1:lnL w="6350">
                      <ns1:solidFill>
                        <ns1:srgbClr val="D9D4C8"/>
                      </ns1:solidFill>
                    </ns1:lnL>
                    <ns1:lnR w="6350">
                      <ns1:solidFill>
                        <ns1:srgbClr val="D9D4C8"/>
                      </ns1:solidFill>
                    </ns1:lnR>
                    <ns1:lnT w="6350">
                      <ns1:solidFill>
                        <ns1:srgbClr val="D9D4C8"/>
                      </ns1:solidFill>
                    </ns1:lnT>
                    <ns1:lnB w="6350">
                      <ns1:solidFill>
                        <ns1:srgbClr val="D9D4C8"/>
                      </ns1:solidFill>
                    </ns1:lnB>
                    <ns1:solidFill>
                      <ns1:srgbClr val="FFFDF7"/>
                    </ns1:solidFill>
                  </ns1:tcPr>
                </ns1:tc>
                <ns1:tc>
                  <ns1:txBody>
                    <ns1:bodyPr wrap="square"/>
                    <ns1:lstStyle/>
                    <ns1:p>
                      <ns1:r>
                        <ns1:rPr sz="1450"/>
                        <ns1:t/>
                      </ns1:r>
                    </ns1:p>
                  </ns1:txBody>
                  <ns1:tcPr marL="45720" marR="45720" marT="45720" marB="45720">
                    <ns1:lnL w="6350">
                      <ns1:solidFill>
                        <ns1:srgbClr val="D9D4C8"/>
                      </ns1:solidFill>
                    </ns1:lnL>
                    <ns1:lnR w="6350">
                      <ns1:solidFill>
                        <ns1:srgbClr val="D9D4C8"/>
                      </ns1:solidFill>
                    </ns1:lnR>
                    <ns1:lnT w="6350">
                      <ns1:solidFill>
                        <ns1:srgbClr val="D9D4C8"/>
                      </ns1:solidFill>
                    </ns1:lnT>
                    <ns1:lnB w="6350">
                      <ns1:solidFill>
                        <ns1:srgbClr val="D9D4C8"/>
                      </ns1:solidFill>
                    </ns1:lnB>
                    <ns1:solidFill>
                      <ns1:srgbClr val="FCE7DD"/>
                    </ns1:solidFill>
                  </ns1:tcPr>
                </ns1:tc>
              </ns1:tr>
              <ns1:tr h="866666">
                <ns1:tc>
                  <ns1:txBody>
                    <ns1:bodyPr wrap="square"/>
                    <ns1:lstStyle/>
                    <ns1:p>
                      <ns1:r>
                        <ns1:rPr sz="1450"/>
                        <ns1:t/>
                      </ns1:r>
                    </ns1:p>
                  </ns1:txBody>
                  <ns1:tcPr marL="45720" marR="45720" marT="45720" marB="45720">
                    <ns1:lnL w="6350">
                      <ns1:solidFill>
                        <ns1:srgbClr val="D9D4C8"/>
                      </ns1:solidFill>
                    </ns1:lnL>
                    <ns1:lnR w="6350">
                      <ns1:solidFill>
                        <ns1:srgbClr val="D9D4C8"/>
                      </ns1:solidFill>
                    </ns1:lnR>
                    <ns1:lnT w="6350">
                      <ns1:solidFill>
                        <ns1:srgbClr val="D9D4C8"/>
                      </ns1:solidFill>
                    </ns1:lnT>
                    <ns1:lnB w="6350">
                      <ns1:solidFill>
                        <ns1:srgbClr val="D9D4C8"/>
                      </ns1:solidFill>
                    </ns1:lnB>
                    <ns1:solidFill>
                      <ns1:srgbClr val="FFFDF7"/>
                    </ns1:solidFill>
                  </ns1:tcPr>
                </ns1:tc>
                <ns1:tc>
                  <ns1:txBody>
                    <ns1:bodyPr wrap="square"/>
                    <ns1:lstStyle/>
                    <ns1:p>
                      <ns1:r>
                        <ns1:rPr sz="1450"/>
                        <ns1:t/>
                      </ns1:r>
                    </ns1:p>
                  </ns1:txBody>
                  <ns1:tcPr marL="45720" marR="45720" marT="45720" marB="45720">
                    <ns1:lnL w="6350">
                      <ns1:solidFill>
                        <ns1:srgbClr val="D9D4C8"/>
                      </ns1:solidFill>
                    </ns1:lnL>
                    <ns1:lnR w="6350">
                      <ns1:solidFill>
                        <ns1:srgbClr val="D9D4C8"/>
                      </ns1:solidFill>
                    </ns1:lnR>
                    <ns1:lnT w="6350">
                      <ns1:solidFill>
                        <ns1:srgbClr val="D9D4C8"/>
                      </ns1:solidFill>
                    </ns1:lnT>
                    <ns1:lnB w="6350">
                      <ns1:solidFill>
                        <ns1:srgbClr val="D9D4C8"/>
                      </ns1:solidFill>
                    </ns1:lnB>
                    <ns1:solidFill>
                      <ns1:srgbClr val="FFFDF7"/>
                    </ns1:solidFill>
                  </ns1:tcPr>
                </ns1:tc>
                <ns1:tc>
                  <ns1:txBody>
                    <ns1:bodyPr wrap="square"/>
                    <ns1:lstStyle/>
                    <ns1:p>
                      <ns1:r>
                        <ns1:rPr sz="1450"/>
                        <ns1:t/>
                      </ns1:r>
                    </ns1:p>
                  </ns1:txBody>
                  <ns1:tcPr marL="45720" marR="45720" marT="45720" marB="45720">
                    <ns1:lnL w="6350">
                      <ns1:solidFill>
                        <ns1:srgbClr val="D9D4C8"/>
                      </ns1:solidFill>
                    </ns1:lnL>
                    <ns1:lnR w="6350">
                      <ns1:solidFill>
                        <ns1:srgbClr val="D9D4C8"/>
                      </ns1:solidFill>
                    </ns1:lnR>
                    <ns1:lnT w="6350">
                      <ns1:solidFill>
                        <ns1:srgbClr val="D9D4C8"/>
                      </ns1:solidFill>
                    </ns1:lnT>
                    <ns1:lnB w="6350">
                      <ns1:solidFill>
                        <ns1:srgbClr val="D9D4C8"/>
                      </ns1:solidFill>
                    </ns1:lnB>
                    <ns1:solidFill>
                      <ns1:srgbClr val="FCE7DD"/>
                    </ns1:solidFill>
                  </ns1:tcPr>
                </ns1:tc>
              </ns1:tr>
            </ns1:tbl>
          </ns1:graphicData>
        </ns1:graphic>
      </ns0:graphicFrame>
    </ns0:spTree>
  </ns0:cSld>
</ns0:sldLayout>
</file>

<file path=ppt/slideLayouts/slideLayout6.xml><?xml version="1.0" encoding="utf-8"?>
<ns0:sldLayout xmlns:ns0="http://schemas.openxmlformats.org/presentationml/2006/main" xmlns:ns1="http://schemas.openxmlformats.org/drawingml/2006/main" xmlns:ns2="http://schemas.microsoft.com/office/drawing/2014/main" type="obj" preserve="1">
  <ns0:cSld name="element_1">
    <ns0:spTree>
      <ns0:nvGrpSpPr>
        <ns0:cNvPr id="1" name="element_4"/>
        <ns0:cNvGrpSpPr/>
        <ns0:nvPr/>
      </ns0:nvGrpSpPr>
      <ns0:grpSpPr>
        <ns1:xfrm/>
      </ns0:grpSpPr>
      <ns0:sp>
        <ns0:nvSpPr>
          <ns0:cNvPr id="2" name="element_11">
            <ns1:extLst>
              <ns1:ext uri="{FF2B5EF4-FFF2-40B4-BE49-F238E27FC236}">
                <ns2:creationId id="{FA548156-2D89-4698-A90B-547198E7E5EA}"/>
              </ns1:ext>
            </ns1:extLst>
          </ns0:cNvPr>
          <ns0:cNvSpPr>
            <ns1:spLocks noGrp="1"/>
          </ns0:cNvSpPr>
          <ns0:nvPr/>
        </ns0:nvSpPr>
        <ns0:spPr>
          <ns1:xfrm>
            <ns1:off x="430000" y="300000"/>
            <ns1:ext cx="4300000" cy="420000"/>
          </ns1:xfrm>
          <ns1:prstGeom prst="roundRect">
            <ns1:avLst/>
          </ns1:prstGeom>
          <ns1:solidFill>
            <ns1:srgbClr val="F6F1E6"/>
          </ns1:solidFill>
          <ns1:ln w="12700">
            <ns1:solidFill>
              <ns1:srgbClr val="D9D4C8"/>
            </ns1:solidFill>
          </ns1:ln>
        </ns0:spPr>
        <ns0:txBody>
          <ns1:bodyPr wrap="square" lIns="91440" tIns="68580" rIns="91440" bIns="68580"/>
          <ns1:lstStyle/>
          <ns1:p>
            <ns1:r>
              <ns1:rPr sz="1500" b="1"/>
              <ns1:t/>
            </ns1:r>
          </ns1:p>
        </ns0:txBody>
      </ns0:sp>
      <ns0:sp>
        <ns0:nvSpPr>
          <ns0:cNvPr id="3" name="element_38">
            <ns1:extLst>
              <ns1:ext uri="{FF2B5EF4-FFF2-40B4-BE49-F238E27FC236}">
                <ns2:creationId id="{5BA343EA-4B74-4418-98B3-9A8550F08FFA}"/>
              </ns1:ext>
            </ns1:extLst>
          </ns0:cNvPr>
          <ns0:cNvSpPr>
            <ns1:spLocks noGrp="1"/>
          </ns0:cNvSpPr>
          <ns0:nvPr/>
        </ns0:nvSpPr>
        <ns0:spPr>
          <ns1:xfrm>
            <ns1:off x="5200000" y="300000"/>
            <ns1:ext cx="2600000" cy="42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91440" tIns="68580" rIns="91440" bIns="68580"/>
          <ns1:lstStyle/>
          <ns1:p>
            <ns1:r>
              <ns1:rPr sz="1200"/>
              <ns1:t/>
            </ns1:r>
          </ns1:p>
        </ns0:txBody>
      </ns0:sp>
      <ns0:sp>
        <ns0:nvSpPr>
          <ns0:cNvPr id="4" name="element_63">
            <ns1:extLst>
              <ns1:ext uri="{FF2B5EF4-FFF2-40B4-BE49-F238E27FC236}">
                <ns2:creationId id="{7095BD9A-5494-480B-8E67-A88279944FE9}"/>
              </ns1:ext>
            </ns1:extLst>
          </ns0:cNvPr>
          <ns0:cNvSpPr>
            <ns1:spLocks noGrp="1"/>
          </ns0:cNvSpPr>
          <ns0:nvPr/>
        </ns0:nvSpPr>
        <ns0:spPr>
          <ns1:xfrm>
            <ns1:off x="760000" y="1340000"/>
            <ns1:ext cx="4200000" cy="1100000"/>
          </ns1:xfrm>
          <ns1:prstGeom prst="roundRect">
            <ns1:avLst/>
          </ns1:prstGeom>
          <ns1:solidFill>
            <ns1:srgbClr val="F0ECF7"/>
          </ns1:solidFill>
          <ns1:ln w="12700">
            <ns1:solidFill>
              <ns1:srgbClr val="5A4C7D"/>
            </ns1:solidFill>
          </ns1:ln>
        </ns0:spPr>
        <ns0:txBody>
          <ns1:bodyPr wrap="square" lIns="91440" tIns="68580" rIns="91440" bIns="68580"/>
          <ns1:lstStyle/>
          <ns1:p>
            <ns1:r>
              <ns1:rPr sz="1500"/>
              <ns1:t/>
            </ns1:r>
          </ns1:p>
        </ns0:txBody>
      </ns0:sp>
      <ns0:sp>
        <ns0:nvSpPr>
          <ns0:cNvPr id="5" name="element_90">
            <ns1:extLst>
              <ns1:ext uri="{FF2B5EF4-FFF2-40B4-BE49-F238E27FC236}">
                <ns2:creationId id="{2F06BF69-DDE6-4571-8083-E607E7A946AF}"/>
              </ns1:ext>
            </ns1:extLst>
          </ns0:cNvPr>
          <ns0:cNvSpPr>
            <ns1:spLocks noGrp="1"/>
          </ns0:cNvSpPr>
          <ns0:nvPr/>
        </ns0:nvSpPr>
        <ns0:spPr>
          <ns1:xfrm>
            <ns1:off x="950000" y="3300000"/>
            <ns1:ext cx="1900000" cy="800000"/>
          </ns1:xfrm>
          <ns1:prstGeom prst="roundRect">
            <ns1:avLst/>
          </ns1:prstGeom>
          <ns1:solidFill>
            <ns1:srgbClr val="FBF0DF"/>
          </ns1:solidFill>
          <ns1:ln w="12700">
            <ns1:solidFill>
              <ns1:srgbClr val="A0642E"/>
            </ns1:solidFill>
          </ns1:ln>
        </ns0:spPr>
        <ns0:txBody>
          <ns1:bodyPr wrap="square" lIns="91440" tIns="68580" rIns="91440" bIns="68580"/>
          <ns1:lstStyle/>
          <ns1:p>
            <ns1:r>
              <ns1:rPr sz="1400"/>
              <ns1:t/>
            </ns1:r>
          </ns1:p>
        </ns0:txBody>
      </ns0:sp>
      <ns0:sp>
        <ns0:nvSpPr>
          <ns0:cNvPr id="6" name="element_117">
            <ns1:extLst>
              <ns1:ext uri="{FF2B5EF4-FFF2-40B4-BE49-F238E27FC236}">
                <ns2:creationId id="{9A8A0073-DAE5-4252-BFAC-5471B25726E9}"/>
              </ns1:ext>
            </ns1:extLst>
          </ns0:cNvPr>
          <ns0:cNvSpPr>
            <ns1:spLocks noGrp="1"/>
          </ns0:cNvSpPr>
          <ns0:nvPr/>
        </ns0:nvSpPr>
        <ns0:spPr>
          <ns1:xfrm>
            <ns1:off x="3420000" y="3300000"/>
            <ns1:ext cx="1900000" cy="800000"/>
          </ns1:xfrm>
          <ns1:prstGeom prst="roundRect">
            <ns1:avLst/>
          </ns1:prstGeom>
          <ns1:solidFill>
            <ns1:srgbClr val="FCE7DD"/>
          </ns1:solidFill>
          <ns1:ln w="12700">
            <ns1:solidFill>
              <ns1:srgbClr val="B65B4A"/>
            </ns1:solidFill>
          </ns1:ln>
        </ns0:spPr>
        <ns0:txBody>
          <ns1:bodyPr wrap="square" lIns="91440" tIns="68580" rIns="91440" bIns="68580"/>
          <ns1:lstStyle/>
          <ns1:p>
            <ns1:r>
              <ns1:rPr sz="1400"/>
              <ns1:t/>
            </ns1:r>
          </ns1:p>
        </ns0:txBody>
      </ns0:sp>
      <ns0:sp>
        <ns0:nvSpPr>
          <ns0:cNvPr id="7" name="element_144">
            <ns1:extLst>
              <ns1:ext uri="{FF2B5EF4-FFF2-40B4-BE49-F238E27FC236}">
                <ns2:creationId id="{B388C868-FD97-4E7B-A6D4-A6CC5F37C63A}"/>
              </ns1:ext>
            </ns1:extLst>
          </ns0:cNvPr>
          <ns0:cNvSpPr>
            <ns1:spLocks noGrp="1"/>
          </ns0:cNvSpPr>
          <ns0:nvPr/>
        </ns0:nvSpPr>
        <ns0:spPr>
          <ns1:xfrm>
            <ns1:off x="8200000" y="1320000"/>
            <ns1:ext cx="1800000" cy="3200000"/>
          </ns1:xfrm>
          <ns1:prstGeom prst="roundRect">
            <ns1:avLst/>
          </ns1:prstGeom>
          <ns1:solidFill>
            <ns1:srgbClr val="F4F2EC"/>
          </ns1:solidFill>
          <ns1:ln w="12700">
            <ns1:solidFill>
              <ns1:srgbClr val="7A776E"/>
            </ns1:solidFill>
          </ns1:ln>
        </ns0:spPr>
        <ns0:txBody>
          <ns1:bodyPr wrap="square" lIns="91440" tIns="68580" rIns="91440" bIns="68580"/>
          <ns1:lstStyle/>
          <ns1:p>
            <ns1:r>
              <ns1:rPr sz="1400"/>
              <ns1:t/>
            </ns1:r>
          </ns1:p>
        </ns0:txBody>
      </ns0:sp>
    </ns0:spTree>
  </ns0:cSld>
</ns0:sldLayout>
</file>

<file path=ppt/slideLayouts/slideLayout7.xml><?xml version="1.0" encoding="utf-8"?>
<ns0:sldLayout xmlns:ns0="http://schemas.openxmlformats.org/presentationml/2006/main" xmlns:ns1="http://schemas.openxmlformats.org/drawingml/2006/main" xmlns:ns2="http://schemas.microsoft.com/office/drawing/2014/main" type="obj" preserve="1">
  <ns0:cSld name="element_1">
    <ns0:spTree>
      <ns0:nvGrpSpPr>
        <ns0:cNvPr id="1" name="element_4"/>
        <ns0:cNvGrpSpPr/>
        <ns0:nvPr/>
      </ns0:nvGrpSpPr>
      <ns0:grpSpPr>
        <ns1:xfrm/>
      </ns0:grpSpPr>
      <ns0:sp>
        <ns0:nvSpPr>
          <ns0:cNvPr id="2" name="element_11">
            <ns1:extLst>
              <ns1:ext uri="{FF2B5EF4-FFF2-40B4-BE49-F238E27FC236}">
                <ns2:creationId id="{8A3B5736-0F33-47B9-B56E-A0B5E03EAA18}"/>
              </ns1:ext>
            </ns1:extLst>
          </ns0:cNvPr>
          <ns0:cNvSpPr>
            <ns1:spLocks noGrp="1"/>
          </ns0:cNvSpPr>
          <ns0:nvPr/>
        </ns0:nvSpPr>
        <ns0:spPr>
          <ns1:xfrm>
            <ns1:off x="430000" y="300000"/>
            <ns1:ext cx="4300000" cy="420000"/>
          </ns1:xfrm>
          <ns1:prstGeom prst="roundRect">
            <ns1:avLst/>
          </ns1:prstGeom>
          <ns1:solidFill>
            <ns1:srgbClr val="F6F1E6"/>
          </ns1:solidFill>
          <ns1:ln w="12700">
            <ns1:solidFill>
              <ns1:srgbClr val="D9D4C8"/>
            </ns1:solidFill>
          </ns1:ln>
        </ns0:spPr>
        <ns0:txBody>
          <ns1:bodyPr wrap="square" lIns="91440" tIns="68580" rIns="91440" bIns="68580"/>
          <ns1:lstStyle/>
          <ns1:p>
            <ns1:r>
              <ns1:rPr sz="1500" b="1"/>
              <ns1:t/>
            </ns1:r>
          </ns1:p>
        </ns0:txBody>
      </ns0:sp>
      <ns0:sp>
        <ns0:nvSpPr>
          <ns0:cNvPr id="3" name="element_38">
            <ns1:extLst>
              <ns1:ext uri="{FF2B5EF4-FFF2-40B4-BE49-F238E27FC236}">
                <ns2:creationId id="{95530394-4822-48BC-B39A-E90E14E7A458}"/>
              </ns1:ext>
            </ns1:extLst>
          </ns0:cNvPr>
          <ns0:cNvSpPr>
            <ns1:spLocks noGrp="1"/>
          </ns0:cNvSpPr>
          <ns0:nvPr/>
        </ns0:nvSpPr>
        <ns0:spPr>
          <ns1:xfrm>
            <ns1:off x="5200000" y="300000"/>
            <ns1:ext cx="2600000" cy="42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91440" tIns="68580" rIns="91440" bIns="68580"/>
          <ns1:lstStyle/>
          <ns1:p>
            <ns1:r>
              <ns1:rPr sz="1200"/>
              <ns1:t/>
            </ns1:r>
          </ns1:p>
        </ns0:txBody>
      </ns0:sp>
      <ns0:sp>
        <ns0:nvSpPr>
          <ns0:cNvPr id="4" name="element_63">
            <ns1:extLst>
              <ns1:ext uri="{FF2B5EF4-FFF2-40B4-BE49-F238E27FC236}">
                <ns2:creationId id="{357844C2-FEF9-4761-AA8C-B1E946EBA42F}"/>
              </ns1:ext>
            </ns1:extLst>
          </ns0:cNvPr>
          <ns0:cNvSpPr>
            <ns1:spLocks noGrp="1"/>
          </ns0:cNvSpPr>
          <ns0:nvPr/>
        </ns0:nvSpPr>
        <ns0:spPr>
          <ns1:xfrm>
            <ns1:off x="900000" y="1450000"/>
            <ns1:ext cx="1900000" cy="780000"/>
          </ns1:xfrm>
          <ns1:prstGeom prst="roundRect">
            <ns1:avLst/>
          </ns1:prstGeom>
          <ns1:solidFill>
            <ns1:srgbClr val="E8F4F7"/>
          </ns1:solidFill>
          <ns1:ln w="12700">
            <ns1:solidFill>
              <ns1:srgbClr val="D9D4C8"/>
            </ns1:solidFill>
          </ns1:ln>
        </ns0:spPr>
        <ns0:txBody>
          <ns1:bodyPr wrap="square" lIns="91440" tIns="68580" rIns="91440" bIns="68580"/>
          <ns1:lstStyle/>
          <ns1:p>
            <ns1:r>
              <ns1:rPr sz="1300"/>
              <ns1:t/>
            </ns1:r>
          </ns1:p>
        </ns0:txBody>
      </ns0:sp>
      <ns0:sp>
        <ns0:nvSpPr>
          <ns0:cNvPr id="5" name="element_90">
            <ns1:extLst>
              <ns1:ext uri="{FF2B5EF4-FFF2-40B4-BE49-F238E27FC236}">
                <ns2:creationId id="{91602BF3-BF91-44C7-88A4-EF24E457E89F}"/>
              </ns1:ext>
            </ns1:extLst>
          </ns0:cNvPr>
          <ns0:cNvSpPr>
            <ns1:spLocks noGrp="1"/>
          </ns0:cNvSpPr>
          <ns0:nvPr/>
        </ns0:nvSpPr>
        <ns0:spPr>
          <ns1:xfrm>
            <ns1:off x="3300000" y="1300000"/>
            <ns1:ext cx="1900000" cy="780000"/>
          </ns1:xfrm>
          <ns1:prstGeom prst="roundRect">
            <ns1:avLst/>
          </ns1:prstGeom>
          <ns1:solidFill>
            <ns1:srgbClr val="EAF4E5"/>
          </ns1:solidFill>
          <ns1:ln w="12700">
            <ns1:solidFill>
              <ns1:srgbClr val="D9D4C8"/>
            </ns1:solidFill>
          </ns1:ln>
        </ns0:spPr>
        <ns0:txBody>
          <ns1:bodyPr wrap="square" lIns="91440" tIns="68580" rIns="91440" bIns="68580"/>
          <ns1:lstStyle/>
          <ns1:p>
            <ns1:r>
              <ns1:rPr sz="1300"/>
              <ns1:t/>
            </ns1:r>
          </ns1:p>
        </ns0:txBody>
      </ns0:sp>
      <ns0:sp>
        <ns0:nvSpPr>
          <ns0:cNvPr id="6" name="element_117">
            <ns1:extLst>
              <ns1:ext uri="{FF2B5EF4-FFF2-40B4-BE49-F238E27FC236}">
                <ns2:creationId id="{1C114088-870E-4F29-AB04-43DA5889BC61}"/>
              </ns1:ext>
            </ns1:extLst>
          </ns0:cNvPr>
          <ns0:cNvSpPr>
            <ns1:spLocks noGrp="1"/>
          </ns0:cNvSpPr>
          <ns0:nvPr/>
        </ns0:nvSpPr>
        <ns0:spPr>
          <ns1:xfrm>
            <ns1:off x="5700000" y="1550000"/>
            <ns1:ext cx="1900000" cy="780000"/>
          </ns1:xfrm>
          <ns1:prstGeom prst="roundRect">
            <ns1:avLst/>
          </ns1:prstGeom>
          <ns1:solidFill>
            <ns1:srgbClr val="FCE7DD"/>
          </ns1:solidFill>
          <ns1:ln w="12700">
            <ns1:solidFill>
              <ns1:srgbClr val="D9D4C8"/>
            </ns1:solidFill>
          </ns1:ln>
        </ns0:spPr>
        <ns0:txBody>
          <ns1:bodyPr wrap="square" lIns="91440" tIns="68580" rIns="91440" bIns="68580"/>
          <ns1:lstStyle/>
          <ns1:p>
            <ns1:r>
              <ns1:rPr sz="1300"/>
              <ns1:t/>
            </ns1:r>
          </ns1:p>
        </ns0:txBody>
      </ns0:sp>
      <ns0:sp>
        <ns0:nvSpPr>
          <ns0:cNvPr id="7" name="element_144">
            <ns1:extLst>
              <ns1:ext uri="{FF2B5EF4-FFF2-40B4-BE49-F238E27FC236}">
                <ns2:creationId id="{5C6CF281-5998-4CF3-9342-7F53F9E97024}"/>
              </ns1:ext>
            </ns1:extLst>
          </ns0:cNvPr>
          <ns0:cNvSpPr>
            <ns1:spLocks noGrp="1"/>
          </ns0:cNvSpPr>
          <ns0:nvPr/>
        </ns0:nvSpPr>
        <ns0:spPr>
          <ns1:xfrm>
            <ns1:off x="8100000" y="1360000"/>
            <ns1:ext cx="1900000" cy="780000"/>
          </ns1:xfrm>
          <ns1:prstGeom prst="roundRect">
            <ns1:avLst/>
          </ns1:prstGeom>
          <ns1:solidFill>
            <ns1:srgbClr val="FBF0DF"/>
          </ns1:solidFill>
          <ns1:ln w="12700">
            <ns1:solidFill>
              <ns1:srgbClr val="D9D4C8"/>
            </ns1:solidFill>
          </ns1:ln>
        </ns0:spPr>
        <ns0:txBody>
          <ns1:bodyPr wrap="square" lIns="91440" tIns="68580" rIns="91440" bIns="68580"/>
          <ns1:lstStyle/>
          <ns1:p>
            <ns1:r>
              <ns1:rPr sz="1300"/>
              <ns1:t/>
            </ns1:r>
          </ns1:p>
        </ns0:txBody>
      </ns0:sp>
      <ns0:sp>
        <ns0:nvSpPr>
          <ns0:cNvPr id="8" name="element_171">
            <ns1:extLst>
              <ns1:ext uri="{FF2B5EF4-FFF2-40B4-BE49-F238E27FC236}">
                <ns2:creationId id="{05DBBA92-A527-4696-B919-168D4C6AA795}"/>
              </ns1:ext>
            </ns1:extLst>
          </ns0:cNvPr>
          <ns0:cNvSpPr>
            <ns1:spLocks noGrp="1"/>
          </ns0:cNvSpPr>
          <ns0:nvPr/>
        </ns0:nvSpPr>
        <ns0:spPr>
          <ns1:xfrm>
            <ns1:off x="2100000" y="3600000"/>
            <ns1:ext cx="1900000" cy="780000"/>
          </ns1:xfrm>
          <ns1:prstGeom prst="roundRect">
            <ns1:avLst/>
          </ns1:prstGeom>
          <ns1:solidFill>
            <ns1:srgbClr val="F4F2EC"/>
          </ns1:solidFill>
          <ns1:ln w="12700">
            <ns1:solidFill>
              <ns1:srgbClr val="D9D4C8"/>
            </ns1:solidFill>
          </ns1:ln>
        </ns0:spPr>
        <ns0:txBody>
          <ns1:bodyPr wrap="square" lIns="91440" tIns="68580" rIns="91440" bIns="68580"/>
          <ns1:lstStyle/>
          <ns1:p>
            <ns1:r>
              <ns1:rPr sz="1300"/>
              <ns1:t/>
            </ns1:r>
          </ns1:p>
        </ns0:txBody>
      </ns0:sp>
      <ns0:sp>
        <ns0:nvSpPr>
          <ns0:cNvPr id="9" name="element_198">
            <ns1:extLst>
              <ns1:ext uri="{FF2B5EF4-FFF2-40B4-BE49-F238E27FC236}">
                <ns2:creationId id="{53A7576D-7A9A-4C13-9C41-F6E0D7FCB973}"/>
              </ns1:ext>
            </ns1:extLst>
          </ns0:cNvPr>
          <ns0:cNvSpPr>
            <ns1:spLocks noGrp="1"/>
          </ns0:cNvSpPr>
          <ns0:nvPr/>
        </ns0:nvSpPr>
        <ns0:spPr>
          <ns1:xfrm>
            <ns1:off x="5100000" y="3800000"/>
            <ns1:ext cx="1900000" cy="780000"/>
          </ns1:xfrm>
          <ns1:prstGeom prst="roundRect">
            <ns1:avLst/>
          </ns1:prstGeom>
          <ns1:solidFill>
            <ns1:srgbClr val="F0ECF7"/>
          </ns1:solidFill>
          <ns1:ln w="12700">
            <ns1:solidFill>
              <ns1:srgbClr val="D9D4C8"/>
            </ns1:solidFill>
          </ns1:ln>
        </ns0:spPr>
        <ns0:txBody>
          <ns1:bodyPr wrap="square" lIns="91440" tIns="68580" rIns="91440" bIns="68580"/>
          <ns1:lstStyle/>
          <ns1:p>
            <ns1:r>
              <ns1:rPr sz="1300"/>
              <ns1:t/>
            </ns1:r>
          </ns1:p>
        </ns0:txBody>
      </ns0:sp>
    </ns0:spTree>
  </ns0:cSld>
</ns0:sldLayout>
</file>

<file path=ppt/slideLayouts/slideLayout8.xml><?xml version="1.0" encoding="utf-8"?>
<ns0:sldLayout xmlns:ns0="http://schemas.openxmlformats.org/presentationml/2006/main" xmlns:ns1="http://schemas.openxmlformats.org/drawingml/2006/main" xmlns:ns2="http://schemas.microsoft.com/office/drawing/2014/main" type="obj" preserve="1">
  <ns0:cSld name="element_1">
    <ns0:spTree>
      <ns0:nvGrpSpPr>
        <ns0:cNvPr id="1" name="element_4"/>
        <ns0:cNvGrpSpPr/>
        <ns0:nvPr/>
      </ns0:nvGrpSpPr>
      <ns0:grpSpPr>
        <ns1:xfrm/>
      </ns0:grpSpPr>
      <ns0:sp>
        <ns0:nvSpPr>
          <ns0:cNvPr id="2" name="element_11">
            <ns1:extLst>
              <ns1:ext uri="{FF2B5EF4-FFF2-40B4-BE49-F238E27FC236}">
                <ns2:creationId id="{66C541A5-2CD0-4138-8AEE-FF0DD46B908F}"/>
              </ns1:ext>
            </ns1:extLst>
          </ns0:cNvPr>
          <ns0:cNvSpPr>
            <ns1:spLocks noGrp="1"/>
          </ns0:cNvSpPr>
          <ns0:nvPr/>
        </ns0:nvSpPr>
        <ns0:spPr>
          <ns1:xfrm>
            <ns1:off x="430000" y="300000"/>
            <ns1:ext cx="4300000" cy="420000"/>
          </ns1:xfrm>
          <ns1:prstGeom prst="roundRect">
            <ns1:avLst/>
          </ns1:prstGeom>
          <ns1:solidFill>
            <ns1:srgbClr val="F6F1E6"/>
          </ns1:solidFill>
          <ns1:ln w="12700">
            <ns1:solidFill>
              <ns1:srgbClr val="D9D4C8"/>
            </ns1:solidFill>
          </ns1:ln>
        </ns0:spPr>
        <ns0:txBody>
          <ns1:bodyPr wrap="square" lIns="91440" tIns="68580" rIns="91440" bIns="68580"/>
          <ns1:lstStyle/>
          <ns1:p>
            <ns1:r>
              <ns1:rPr sz="1500" b="1"/>
              <ns1:t/>
            </ns1:r>
          </ns1:p>
        </ns0:txBody>
      </ns0:sp>
      <ns0:sp>
        <ns0:nvSpPr>
          <ns0:cNvPr id="3" name="element_38">
            <ns1:extLst>
              <ns1:ext uri="{FF2B5EF4-FFF2-40B4-BE49-F238E27FC236}">
                <ns2:creationId id="{5362970A-4B21-467E-9A91-D0694EB24C1E}"/>
              </ns1:ext>
            </ns1:extLst>
          </ns0:cNvPr>
          <ns0:cNvSpPr>
            <ns1:spLocks noGrp="1"/>
          </ns0:cNvSpPr>
          <ns0:nvPr/>
        </ns0:nvSpPr>
        <ns0:spPr>
          <ns1:xfrm>
            <ns1:off x="5200000" y="300000"/>
            <ns1:ext cx="2600000" cy="42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91440" tIns="68580" rIns="91440" bIns="68580"/>
          <ns1:lstStyle/>
          <ns1:p>
            <ns1:r>
              <ns1:rPr sz="1200"/>
              <ns1:t/>
            </ns1:r>
          </ns1:p>
        </ns0:txBody>
      </ns0:sp>
      <ns0:sp>
        <ns0:nvSpPr>
          <ns0:cNvPr id="4" name="element_63">
            <ns1:extLst>
              <ns1:ext uri="{FF2B5EF4-FFF2-40B4-BE49-F238E27FC236}">
                <ns2:creationId id="{9E37A672-9B7F-4B9F-92C7-5AC9F5BB3B2E}"/>
              </ns1:ext>
            </ns1:extLst>
          </ns0:cNvPr>
          <ns0:cNvSpPr>
            <ns1:spLocks noGrp="1"/>
          </ns0:cNvSpPr>
          <ns0:nvPr/>
        </ns0:nvSpPr>
        <ns0:spPr>
          <ns1:xfrm>
            <ns1:off x="1200000" y="2200000"/>
            <ns1:ext cx="1600000" cy="750000"/>
          </ns1:xfrm>
          <ns1:prstGeom prst="roundRect">
            <ns1:avLst/>
          </ns1:prstGeom>
          <ns1:solidFill>
            <ns1:srgbClr val="EAF4E5"/>
          </ns1:solidFill>
          <ns1:ln w="12700">
            <ns1:solidFill>
              <ns1:srgbClr val="3F6B4A"/>
            </ns1:solidFill>
          </ns1:ln>
        </ns0:spPr>
        <ns0:txBody>
          <ns1:bodyPr wrap="square" lIns="91440" tIns="68580" rIns="91440" bIns="68580"/>
          <ns1:lstStyle/>
          <ns1:p>
            <ns1:r>
              <ns1:rPr sz="1300"/>
              <ns1:t/>
            </ns1:r>
          </ns1:p>
        </ns0:txBody>
      </ns0:sp>
      <ns0:sp>
        <ns0:nvSpPr>
          <ns0:cNvPr id="5" name="element_90">
            <ns1:extLst>
              <ns1:ext uri="{FF2B5EF4-FFF2-40B4-BE49-F238E27FC236}">
                <ns2:creationId id="{1A97FC71-5D60-431A-9AF1-DE42632E7DB2}"/>
              </ns1:ext>
            </ns1:extLst>
          </ns0:cNvPr>
          <ns0:cNvSpPr>
            <ns1:spLocks noGrp="1"/>
          </ns0:cNvSpPr>
          <ns0:nvPr/>
        </ns0:nvSpPr>
        <ns0:spPr>
          <ns1:xfrm>
            <ns1:off x="4700000" y="2200000"/>
            <ns1:ext cx="1600000" cy="750000"/>
          </ns1:xfrm>
          <ns1:prstGeom prst="roundRect">
            <ns1:avLst/>
          </ns1:prstGeom>
          <ns1:solidFill>
            <ns1:srgbClr val="E8F4F7"/>
          </ns1:solidFill>
          <ns1:ln w="12700">
            <ns1:solidFill>
              <ns1:srgbClr val="2F6472"/>
            </ns1:solidFill>
          </ns1:ln>
        </ns0:spPr>
        <ns0:txBody>
          <ns1:bodyPr wrap="square" lIns="91440" tIns="68580" rIns="91440" bIns="68580"/>
          <ns1:lstStyle/>
          <ns1:p>
            <ns1:r>
              <ns1:rPr sz="1300"/>
              <ns1:t/>
            </ns1:r>
          </ns1:p>
        </ns0:txBody>
      </ns0:sp>
      <ns0:sp>
        <ns0:nvSpPr>
          <ns0:cNvPr id="6" name="element_117">
            <ns1:extLst>
              <ns1:ext uri="{FF2B5EF4-FFF2-40B4-BE49-F238E27FC236}">
                <ns2:creationId id="{685C422A-3467-4943-975C-BC2CE333FE09}"/>
              </ns1:ext>
            </ns1:extLst>
          </ns0:cNvPr>
          <ns0:cNvSpPr>
            <ns1:spLocks noGrp="1"/>
          </ns0:cNvSpPr>
          <ns0:nvPr/>
        </ns0:nvSpPr>
        <ns0:spPr>
          <ns1:xfrm>
            <ns1:off x="8200000" y="2200000"/>
            <ns1:ext cx="1600000" cy="750000"/>
          </ns1:xfrm>
          <ns1:prstGeom prst="roundRect">
            <ns1:avLst/>
          </ns1:prstGeom>
          <ns1:solidFill>
            <ns1:srgbClr val="F0ECF7"/>
          </ns1:solidFill>
          <ns1:ln w="12700">
            <ns1:solidFill>
              <ns1:srgbClr val="5A4C7D"/>
            </ns1:solidFill>
          </ns1:ln>
        </ns0:spPr>
        <ns0:txBody>
          <ns1:bodyPr wrap="square" lIns="91440" tIns="68580" rIns="91440" bIns="68580"/>
          <ns1:lstStyle/>
          <ns1:p>
            <ns1:r>
              <ns1:rPr sz="1300"/>
              <ns1:t/>
            </ns1:r>
          </ns1:p>
        </ns0:txBody>
      </ns0:sp>
      <ns0:sp>
        <ns0:nvSpPr>
          <ns0:cNvPr id="10" name="element_144">
            <ns1:extLst>
              <ns1:ext uri="{FF2B5EF4-FFF2-40B4-BE49-F238E27FC236}">
                <ns2:creationId id="{6C237672-764C-44FD-AE04-8D5CC10F2CC1}"/>
              </ns1:ext>
            </ns1:extLst>
          </ns0:cNvPr>
          <ns0:cNvSpPr>
            <ns1:spLocks noGrp="1"/>
          </ns0:cNvSpPr>
          <ns0:nvPr/>
        </ns0:nvSpPr>
        <ns0:spPr>
          <ns1:xfrm>
            <ns1:off x="2800000" y="2570000"/>
            <ns1:ext cx="1900000" cy="1"/>
          </ns1:xfrm>
          <ns1:prstGeom prst="line">
            <ns1:avLst/>
          </ns1:prstGeom>
          <ns1:ln w="25400">
            <ns1:solidFill>
              <ns1:srgbClr val="2F6472"/>
            </ns1:solidFill>
            <ns1:tailEnd type="triangle"/>
          </ns1:ln>
        </ns0:spPr>
      </ns0:sp>
      <ns0:sp>
        <ns0:nvSpPr>
          <ns0:cNvPr id="11" name="element_163">
            <ns1:extLst>
              <ns1:ext uri="{FF2B5EF4-FFF2-40B4-BE49-F238E27FC236}">
                <ns2:creationId id="{E2A03E5E-897D-4B2D-8671-29F33916C15C}"/>
              </ns1:ext>
            </ns1:extLst>
          </ns0:cNvPr>
          <ns0:cNvSpPr>
            <ns1:spLocks noGrp="1"/>
          </ns0:cNvSpPr>
          <ns0:nvPr/>
        </ns0:nvSpPr>
        <ns0:spPr>
          <ns1:xfrm>
            <ns1:off x="6300000" y="2570000"/>
            <ns1:ext cx="1900000" cy="1"/>
          </ns1:xfrm>
          <ns1:prstGeom prst="line">
            <ns1:avLst/>
          </ns1:prstGeom>
          <ns1:ln w="25400">
            <ns1:solidFill>
              <ns1:srgbClr val="5A4C7D"/>
            </ns1:solidFill>
            <ns1:tailEnd type="triangle"/>
          </ns1:ln>
        </ns0:spPr>
      </ns0:sp>
      <ns0:sp>
        <ns0:nvSpPr>
          <ns0:cNvPr id="12" name="element_182">
            <ns1:extLst>
              <ns1:ext uri="{FF2B5EF4-FFF2-40B4-BE49-F238E27FC236}">
                <ns2:creationId id="{C2D0477D-3A0C-41C3-B944-83F83AD2488D}"/>
              </ns1:ext>
            </ns1:extLst>
          </ns0:cNvPr>
          <ns0:cNvSpPr>
            <ns1:spLocks noGrp="1"/>
          </ns0:cNvSpPr>
          <ns0:nvPr/>
        </ns0:nvSpPr>
        <ns0:spPr>
          <ns1:xfrm>
            <ns1:off x="2050000" y="3160000"/>
            <ns1:ext cx="6950000" cy="1240000"/>
          </ns1:xfrm>
          <ns1:prstGeom prst="line">
            <ns1:avLst/>
          </ns1:prstGeom>
          <ns1:ln w="25400">
            <ns1:solidFill>
              <ns1:srgbClr val="6AA56B"/>
            </ns1:solidFill>
            <ns1:tailEnd type="triangle"/>
          </ns1:ln>
        </ns0:spPr>
      </ns0:sp>
    </ns0:spTree>
  </ns0:cSld>
</ns0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e37acf708544fe" /><Relationship Type="http://schemas.openxmlformats.org/officeDocument/2006/relationships/slideLayout" Target="/ppt/slideLayouts/slideLayout1.xml" Id="R37611ebc93f64c99" /><Relationship Type="http://schemas.openxmlformats.org/officeDocument/2006/relationships/slideLayout" Target="/ppt/slideLayouts/slideLayout2.xml" Id="R7c1ac6ffc27947af" /><Relationship Type="http://schemas.openxmlformats.org/officeDocument/2006/relationships/slideLayout" Target="/ppt/slideLayouts/slideLayout3.xml" Id="R1cd3b058d97d451e" /><Relationship Type="http://schemas.openxmlformats.org/officeDocument/2006/relationships/slideLayout" Target="/ppt/slideLayouts/slideLayout4.xml" Id="R1730817241764b83" /><Relationship Type="http://schemas.openxmlformats.org/officeDocument/2006/relationships/slideLayout" Target="/ppt/slideLayouts/slideLayout5.xml" Id="Rd537392f66c94f66" /><Relationship Type="http://schemas.openxmlformats.org/officeDocument/2006/relationships/slideLayout" Target="/ppt/slideLayouts/slideLayout6.xml" Id="R9d4d7a7d3a6f411c" /><Relationship Type="http://schemas.openxmlformats.org/officeDocument/2006/relationships/slideLayout" Target="/ppt/slideLayouts/slideLayout7.xml" Id="Rdf8f1c8d38894056" /><Relationship Type="http://schemas.openxmlformats.org/officeDocument/2006/relationships/slideLayout" Target="/ppt/slideLayouts/slideLayout8.xml" Id="Rb4259c3da3d04be6" /></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element_4"/>
        <ns0:cNvGrpSpPr/>
        <ns0:nvPr/>
      </ns0:nvGrpSpPr>
      <ns0:grpSpPr>
        <ns1:xfrm/>
      </ns0:grpSpPr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2:id="R37611ebc93f64c99"/>
    <ns0:sldLayoutId id="2147483650" ns2:id="R7c1ac6ffc27947af"/>
    <ns0:sldLayoutId id="2147483651" ns2:id="R1cd3b058d97d451e"/>
    <ns0:sldLayoutId id="2147483652" ns2:id="R1730817241764b83"/>
    <ns0:sldLayoutId id="2147483653" ns2:id="Rd537392f66c94f66"/>
    <ns0:sldLayoutId id="2147483654" ns2:id="R9d4d7a7d3a6f411c"/>
    <ns0:sldLayoutId id="2147483655" ns2:id="Rdf8f1c8d38894056"/>
    <ns0:sldLayoutId id="2147483656" ns2:id="Rb4259c3da3d04be6"/>
  </ns0:sldLayoutIdLst>
</ns0:sldMaster>
</file>

<file path=ppt/slideMasters/theme/theme2.xml><?xml version="1.0" encoding="utf-8"?>
<ns0:theme xmlns:ns0="http://schemas.openxmlformats.org/drawingml/2006/main" name="element_0">
  <ns0:themeElements>
    <ns0:clrScheme name="element_2">
      <ns0:dk1>
        <ns0:srgbClr val="24342B"/>
      </ns0:dk1>
      <ns0:lt1>
        <ns0:srgbClr val="FFFDF7"/>
      </ns0:lt1>
      <ns0:dk2>
        <ns0:srgbClr val="35523F"/>
      </ns0:dk2>
      <ns0:lt2>
        <ns0:srgbClr val="F6F1E6"/>
      </ns0:lt2>
      <ns0:accent1>
        <ns0:srgbClr val="6AA56B"/>
      </ns0:accent1>
      <ns0:accent2>
        <ns0:srgbClr val="2F6472"/>
      </ns0:accent2>
      <ns0:accent3>
        <ns0:srgbClr val="A0642E"/>
      </ns0:accent3>
      <ns0:accent4>
        <ns0:srgbClr val="5A4C7D"/>
      </ns0:accent4>
      <ns0:accent5>
        <ns0:srgbClr val="B65B4A"/>
      </ns0:accent5>
      <ns0:accent6>
        <ns0:srgbClr val="7A776E"/>
      </ns0:accent6>
      <ns0:hlink>
        <ns0:srgbClr val="2F6472"/>
      </ns0:hlink>
      <ns0:folHlink>
        <ns0:srgbClr val="5A4C7D"/>
      </ns0:folHlink>
    </ns0:clrScheme>
    <ns0:fontScheme name="element_27">
      <ns0:majorFont>
        <ns0:latin typeface="Arial"/>
        <ns0:ea typeface="Microsoft YaHei"/>
        <ns0:cs typeface="Arial"/>
      </ns0:majorFont>
      <ns0:minorFont>
        <ns0:latin typeface="Arial"/>
        <ns0:ea typeface="Microsoft YaHei"/>
        <ns0:cs typeface="Arial"/>
      </ns0:minorFont>
    </ns0:fontScheme>
    <ns0:fmtScheme name="element_36">
      <ns0:fillStyleLst>
        <ns0:solidFill>
          <ns0:schemeClr val="lt1"/>
        </ns0:solidFill>
      </ns0:fillStyleLst>
      <ns0:lnStyleLst>
        <ns0:ln w="12700">
          <ns0:solidFill>
            <ns0:schemeClr val="accent1"/>
          </ns0:solidFill>
        </ns0:ln>
        <ns0:ln w="9525">
          <ns0:solidFill>
            <ns0:schemeClr val="phClr"/>
          </ns0:solidFill>
        </ns0:ln>
        <ns0:ln w="25400">
          <ns0:solidFill>
            <ns0:schemeClr val="phClr"/>
          </ns0:solidFill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/>
        </ns0:effectStyle>
      </ns0:effectStyleLst>
      <ns0:bgFillStyleLst>
        <ns0:solidFill>
          <ns0:schemeClr val="lt2"/>
        </ns0:solidFill>
        <ns0:solidFill>
          <ns0:schemeClr val="lt1"/>
        </ns0:solidFill>
        <ns0:solidFill>
          <ns0:schemeClr val="lt2"/>
        </ns0:solidFill>
      </ns0:bgFillStyleLst>
    </ns0:fmtScheme>
  </ns0:themeElements>
</ns0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4c5e5cb104534" /><Relationship Type="http://schemas.openxmlformats.org/officeDocument/2006/relationships/image" Target="/ppt/media/image.png" Id="R8b61199636c44135" /><Relationship Type="http://schemas.openxmlformats.org/officeDocument/2006/relationships/notesSlide" Target="/ppt/notesSlides/notesSlide1.xml" Id="R1a198a30d8ec4a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ef16c8b3a7416e" /><Relationship Type="http://schemas.openxmlformats.org/officeDocument/2006/relationships/notesSlide" Target="/ppt/notesSlides/notesSlide2.xml" Id="R542aaf3d1e1043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28cd445e35b4b25" /><Relationship Type="http://schemas.openxmlformats.org/officeDocument/2006/relationships/notesSlide" Target="/ppt/notesSlides/notesSlide3.xml" Id="R02da0fefafe644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a44203010c24bc2" /><Relationship Type="http://schemas.openxmlformats.org/officeDocument/2006/relationships/notesSlide" Target="/ppt/notesSlides/notesSlide4.xml" Id="Ra7ffa37feb1942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dfeb97e32414c7e" /><Relationship Type="http://schemas.openxmlformats.org/officeDocument/2006/relationships/notesSlide" Target="/ppt/notesSlides/notesSlide5.xml" Id="R7d8202569c3f4d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17eadd5bf3452d" /><Relationship Type="http://schemas.openxmlformats.org/officeDocument/2006/relationships/notesSlide" Target="/ppt/notesSlides/notesSlide6.xml" Id="Red3d8348fd9946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8c163f054fe460c" /><Relationship Type="http://schemas.openxmlformats.org/officeDocument/2006/relationships/notesSlide" Target="/ppt/notesSlides/notesSlide7.xml" Id="R22c12f253f8e46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59386b31199544c8" /><Relationship Type="http://schemas.openxmlformats.org/officeDocument/2006/relationships/notesSlide" Target="/ppt/notesSlides/notesSlide8.xml" Id="R5bde6a753a494c49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spTree>
      <ns0:nvGrpSpPr>
        <ns0:cNvPr id="1" name="element_4"/>
        <ns0:cNvGrpSpPr/>
        <ns0:nvPr/>
      </ns0:nvGrpSpPr>
      <ns0:grpSpPr>
        <ns1:xfrm/>
      </ns0:grpSpPr>
      <ns0:sp>
        <ns0:nvSpPr>
          <ns0:cNvPr id="2" name="element_11">
            <ns1:extLst>
              <ns1:ext uri="{FF2B5EF4-FFF2-40B4-BE49-F238E27FC236}">
                <ns2:creationId id="{B5F6DC67-99B6-4D6D-8119-F8E59989BCA8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FFFDF7"/>
          </ns1:solidFill>
          <ns1:ln>
            <ns1:noFill/>
          </ns1:ln>
        </ns0:spPr>
        <ns0:txBody>
          <ns1:bodyPr wrap="square" lIns="91440" tIns="68580" rIns="91440" bIns="68580"/>
          <ns1:lstStyle/>
          <ns1:p>
            <ns1:r>
              <ns1:rPr sz="2200"/>
              <ns1:t/>
            </ns1:r>
          </ns1:p>
        </ns0:txBody>
      </ns0:sp>
      <ns0:sp>
        <ns0:nvSpPr>
          <ns0:cNvPr id="3" name="element_37">
            <ns1:extLst>
              <ns1:ext uri="{FF2B5EF4-FFF2-40B4-BE49-F238E27FC236}">
                <ns2:creationId id="{AE30C8BE-B7C5-4AA2-9ED9-11D4BD9FFD6D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920000"/>
          </ns1:xfrm>
          <ns1:prstGeom prst="rect">
            <ns1:avLst/>
          </ns1:prstGeom>
          <ns1:solidFill>
            <ns1:srgbClr val="35523F"/>
          </ns1:solidFill>
          <ns1:ln>
            <ns1:noFill/>
          </ns1:ln>
        </ns0:spPr>
        <ns0:txBody>
          <ns1:bodyPr wrap="square" lIns="91440" tIns="68580" rIns="91440" bIns="68580"/>
          <ns1:lstStyle/>
          <ns1:p>
            <ns1:r>
              <ns1:rPr sz="2200"/>
              <ns1:t/>
            </ns1:r>
          </ns1:p>
        </ns0:txBody>
      </ns0:sp>
      <ns0:sp>
        <ns0:nvSpPr>
          <ns0:cNvPr id="4" name="element_63">
            <ns1:extLst>
              <ns1:ext uri="{FF2B5EF4-FFF2-40B4-BE49-F238E27FC236}">
                <ns2:creationId id="{AD967CCB-3480-4879-8A78-411B299BDE54}"/>
              </ns1:ext>
            </ns1:extLst>
          </ns0:cNvPr>
          <ns0:cNvSpPr>
            <ns1:spLocks noGrp="1"/>
          </ns0:cNvSpPr>
          <ns0:nvPr/>
        </ns0:nvSpPr>
        <ns0:spPr>
          <ns1:xfrm>
            <ns1:off x="620000" y="300000"/>
            <ns1:ext cx="4300000" cy="42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91440" tIns="68580" rIns="91440" bIns="68580"/>
          <ns1:lstStyle>
            <ns1:defPPr>
              <ns1:defRPr>
                <ns1:solidFill>
                  <ns1:srgbClr val="FFFFFF"/>
                </ns1:solidFill>
              </ns1:defRPr>
            </ns1:defPPr>
          </ns1:lstStyle>
          <ns1:p>
            <ns1:pPr>
              <ns1:defRPr>
                <ns1:solidFill>
                  <ns1:srgbClr val="FFFFFF"/>
                </ns1:solidFill>
              </ns1:defRPr>
            </ns1:pPr>
            <ns1:r>
              <ns1:rPr sz="1500" b="1">
                <ns1:solidFill>
                  <ns1:srgbClr val="FFFFFF"/>
                </ns1:solidFill>
              </ns1:rPr>
              <ns1:t>社区活动</ns1:t>
            </ns1:r>
          </ns1:p>
        </ns0:txBody>
      </ns0:sp>
      <ns0:sp>
        <ns0:nvSpPr>
          <ns0:cNvPr id="5" name="element_98">
            <ns1:extLst>
              <ns1:ext uri="{FF2B5EF4-FFF2-40B4-BE49-F238E27FC236}">
                <ns2:creationId id="{19F301BE-1DD9-4CAB-8A0C-795BF12680C4}"/>
              </ns1:ext>
            </ns1:extLst>
          </ns0:cNvPr>
          <ns0:cNvSpPr>
            <ns1:spLocks noGrp="1"/>
          </ns0:cNvSpPr>
          <ns0:nvPr/>
        </ns0:nvSpPr>
        <ns0:spPr>
          <ns1:xfrm>
            <ns1:off x="670000" y="1340000"/>
            <ns1:ext cx="5600000" cy="960000"/>
          </ns1:xfrm>
          <ns1:prstGeom prst="roundRect">
            <ns1:avLst/>
          </ns1:prstGeom>
          <ns1:solidFill>
            <ns1:srgbClr val="FFF8E7"/>
          </ns1:solidFill>
          <ns1:ln w="12700">
            <ns1:solidFill>
              <ns1:srgbClr val="35523F"/>
            </ns1:solidFill>
          </ns1:ln>
        </ns0:spPr>
        <ns0:txBody>
          <ns1:bodyPr wrap="square" lIns="91440" tIns="68580" rIns="91440" bIns="68580"/>
          <ns1:lstStyle/>
          <ns1:p>
            <ns1:r>
              <ns1:rPr sz="3000" b="1"/>
              <ns1:t>邻里生活分享会</ns1:t>
            </ns1:r>
          </ns1:p>
        </ns0:txBody>
      </ns0:sp>
      <ns0:sp>
        <ns0:nvSpPr>
          <ns0:cNvPr id="6" name="element_125">
            <ns1:extLst>
              <ns1:ext uri="{FF2B5EF4-FFF2-40B4-BE49-F238E27FC236}">
                <ns2:creationId id="{7CF88060-F68E-4A32-898C-368A6068277E}"/>
              </ns1:ext>
            </ns1:extLst>
          </ns0:cNvPr>
          <ns0:cNvSpPr>
            <ns1:spLocks noGrp="1"/>
          </ns0:cNvSpPr>
          <ns0:nvPr/>
        </ns0:nvSpPr>
        <ns0:spPr>
          <ns1:xfrm>
            <ns1:off x="790000" y="2500000"/>
            <ns1:ext cx="4900000" cy="700000"/>
          </ns1:xfrm>
          <ns1:prstGeom prst="roundRect">
            <ns1:avLst/>
          </ns1:prstGeom>
          <ns1:solidFill>
            <ns1:srgbClr val="EAF4E5"/>
          </ns1:solidFill>
          <ns1:ln w="12700">
            <ns1:solidFill>
              <ns1:srgbClr val="6AA56B"/>
            </ns1:solidFill>
          </ns1:ln>
        </ns0:spPr>
        <ns0:txBody>
          <ns1:bodyPr wrap="square" lIns="91440" tIns="68580" rIns="91440" bIns="68580"/>
          <ns1:lstStyle/>
          <ns1:p>
            <ns1:r>
              <ns1:rPr sz="1650"/>
              <ns1:t>2024秋季社区活动</ns1:t>
            </ns1:r>
          </ns1:p>
        </ns0:txBody>
      </ns0:sp>
      <ns0:pic>
        <ns0:nvPicPr>
          <ns0:cNvPr id="7" name="element_152">
            <ns1:extLst>
              <ns1:ext uri="{FF2B5EF4-FFF2-40B4-BE49-F238E27FC236}">
                <ns2:creationId id="{C048F4CA-5293-4FA0-84A6-5D708F37E371}"/>
              </ns1:ext>
            </ns1:extLst>
          </ns0:cNvPr>
          <ns0:cNvPicPr>
            <ns1:picLocks noChangeAspect="1"/>
          </ns0:cNvPicPr>
          <ns0:nvPr/>
        </ns0:nvPicPr>
        <ns0:blipFill>
          <ns1:blip ns3:embed="R8b61199636c44135"/>
          <ns1:stretch>
            <ns1:fillRect l="0" t="0" r="0" b="0"/>
          </ns1:stretch>
        </ns0:blipFill>
        <ns0:spPr>
          <ns1:xfrm>
            <ns1:off x="6900000" y="1120000"/>
            <ns1:ext cx="4200000" cy="2360000"/>
          </ns1:xfrm>
          <ns1:prstGeom prst="rect">
            <ns1:avLst/>
          </ns1:prstGeom>
          <ns1:ln>
            <ns1:noFill/>
          </ns1:ln>
        </ns0:spPr>
      </ns0:pic>
      <ns0:sp>
        <ns0:nvSpPr>
          <ns0:cNvPr id="8" name="element_173">
            <ns1:extLst>
              <ns1:ext uri="{FF2B5EF4-FFF2-40B4-BE49-F238E27FC236}">
                <ns2:creationId id="{43336854-E9B6-49E5-8D00-776D74B343FD}"/>
              </ns1:ext>
            </ns1:extLst>
          </ns0:cNvPr>
          <ns0:cNvSpPr>
            <ns1:spLocks noGrp="1"/>
          </ns0:cNvSpPr>
          <ns0:nvPr/>
        </ns0:nvSpPr>
        <ns0:spPr>
          <ns1:xfrm>
            <ns1:off x="760000" y="4100000"/>
            <ns1:ext cx="3200000" cy="930000"/>
          </ns1:xfrm>
          <ns1:prstGeom prst="roundRect">
            <ns1:avLst/>
          </ns1:prstGeom>
          <ns1:solidFill>
            <ns1:srgbClr val="F0ECF7"/>
          </ns1:solidFill>
          <ns1:ln w="12700">
            <ns1:solidFill>
              <ns1:srgbClr val="5A4C7D"/>
            </ns1:solidFill>
          </ns1:ln>
        </ns0:spPr>
        <ns0:txBody>
          <ns1:bodyPr wrap="square" lIns="91440" tIns="68580" rIns="91440" bIns="68580"/>
          <ns1:lstStyle/>
          <ns1:p>
            <ns1:r>
              <ns1:rPr sz="1550"/>
              <ns1:t>XX社区中心</ns1:t>
            </ns1:r>
          </ns1:p>
        </ns0:txBody>
      </ns0:sp>
      <ns0:sp>
        <ns0:nvSpPr>
          <ns0:cNvPr id="9" name="element_200">
            <ns1:extLst>
              <ns1:ext uri="{FF2B5EF4-FFF2-40B4-BE49-F238E27FC236}">
                <ns2:creationId id="{ACF89E5B-B237-452F-9BD3-DBCB9CAB9370}"/>
              </ns1:ext>
            </ns1:extLst>
          </ns0:cNvPr>
          <ns0:cNvSpPr>
            <ns1:spLocks noGrp="1"/>
          </ns0:cNvSpPr>
          <ns0:nvPr/>
        </ns0:nvSpPr>
        <ns0:spPr>
          <ns1:xfrm>
            <ns1:off x="4350000" y="4100000"/>
            <ns1:ext cx="3200000" cy="930000"/>
          </ns1:xfrm>
          <ns1:prstGeom prst="roundRect">
            <ns1:avLst/>
          </ns1:prstGeom>
          <ns1:solidFill>
            <ns1:srgbClr val="E8F4F7"/>
          </ns1:solidFill>
          <ns1:ln w="12700">
            <ns1:solidFill>
              <ns1:srgbClr val="2F6472"/>
            </ns1:solidFill>
          </ns1:ln>
        </ns0:spPr>
        <ns0:txBody>
          <ns1:bodyPr wrap="square" lIns="91440" tIns="68580" rIns="91440" bIns="68580"/>
          <ns1:lstStyle/>
          <ns1:p>
            <ns1:r>
              <ns1:rPr sz="1550"/>
              <ns1:t>一起认识身边的邻居</ns1:t>
            </ns1:r>
          </ns1:p>
        </ns0:txBody>
      </ns0:sp>
      <ns0:sp>
        <ns0:nvSpPr>
          <ns0:cNvPr id="10" name="element_227">
            <ns1:extLst>
              <ns1:ext uri="{FF2B5EF4-FFF2-40B4-BE49-F238E27FC236}">
                <ns2:creationId id="{634EE07F-A0F1-437A-9DC9-F4647A15CECD}"/>
              </ns1:ext>
            </ns1:extLst>
          </ns0:cNvPr>
          <ns0:cNvSpPr>
            <ns1:spLocks noGrp="1"/>
          </ns0:cNvSpPr>
          <ns0:nvPr/>
        </ns0:nvSpPr>
        <ns0:spPr>
          <ns1:xfrm>
            <ns1:off x="7900000" y="4100000"/>
            <ns1:ext cx="3200000" cy="930000"/>
          </ns1:xfrm>
          <ns1:prstGeom prst="roundRect">
            <ns1:avLst/>
          </ns1:prstGeom>
          <ns1:solidFill>
            <ns1:srgbClr val="FBF0DF"/>
          </ns1:solidFill>
          <ns1:ln w="12700">
            <ns1:solidFill>
              <ns1:srgbClr val="A0642E"/>
            </ns1:solidFill>
          </ns1:ln>
        </ns0:spPr>
        <ns0:txBody>
          <ns1:bodyPr wrap="square" lIns="91440" tIns="68580" rIns="91440" bIns="68580"/>
          <ns1:lstStyle/>
          <ns1:p>
            <ns1:r>
              <ns1:rPr sz="1550"/>
              <ns1:t>社区日常与自然观察</ns1:t>
            </ns1:r>
          </ns1:p>
        </ns0:txBody>
      </ns0:sp>
      <ns0:sp>
        <ns0:nvSpPr>
          <ns0:cNvPr id="90" name="element_254">
            <ns1:extLst>
              <ns1:ext uri="{FF2B5EF4-FFF2-40B4-BE49-F238E27FC236}">
                <ns2:creationId id="{CDDAA730-D976-4E13-95D5-6168E63DD55D}"/>
              </ns1:ext>
            </ns1:extLst>
          </ns0:cNvPr>
          <ns0:cNvSpPr>
            <ns1:spLocks noGrp="1"/>
          </ns0:cNvSpPr>
          <ns0:nvPr/>
        </ns0:nvSpPr>
        <ns0:spPr>
          <ns1:xfrm>
            <ns1:off x="610000" y="6480000"/>
            <ns1:ext cx="10900000" cy="26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91440" tIns="68580" rIns="91440" bIns="68580"/>
          <ns1:lstStyle/>
          <ns1:p>
            <ns1:r>
              <ns1:rPr sz="1150"/>
              <ns1:t>XX社区中心  2024秋季  1 / 8</ns1:t>
            </ns1:r>
          </ns1:p>
        </ns0:txBody>
      </ns0:sp>
    </ns0:spTree>
    <ns0:extLst>
      <ns0:ext uri="{BB962C8B-B14F-4D97-AF65-F5344CB8AC3E}">
        <ns4:creationId val="549472719"/>
      </ns0:ext>
    </ns0:extLst>
  </ns0:cSld>
</ns0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element_4"/>
        <ns0:cNvGrpSpPr/>
        <ns0:nvPr/>
      </ns0:nvGrpSpPr>
      <ns0:grpSpPr>
        <ns1:xfrm/>
      </ns0:grpSpPr>
      <ns0:sp>
        <ns0:nvSpPr>
          <ns0:cNvPr id="2" name="element_11">
            <ns1:extLst>
              <ns1:ext uri="{FF2B5EF4-FFF2-40B4-BE49-F238E27FC236}">
                <ns2:creationId id="{DA326E68-B289-47EC-838E-6B1CF37EB9DC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FFFDF7"/>
          </ns1:solidFill>
          <ns1:ln>
            <ns1:noFill/>
          </ns1:ln>
        </ns0:spPr>
        <ns0:txBody>
          <ns1:bodyPr wrap="square" lIns="91440" tIns="68580" rIns="91440" bIns="68580"/>
          <ns1:lstStyle/>
          <ns1:p>
            <ns1:r>
              <ns1:rPr sz="2200"/>
              <ns1:t/>
            </ns1:r>
          </ns1:p>
        </ns0:txBody>
      </ns0:sp>
      <ns0:sp>
        <ns0:nvSpPr>
          <ns0:cNvPr id="3" name="element_37">
            <ns1:extLst>
              <ns1:ext uri="{FF2B5EF4-FFF2-40B4-BE49-F238E27FC236}">
                <ns2:creationId id="{6E23F326-C364-429A-93F0-D5B0266774B5}"/>
              </ns1:ext>
            </ns1:extLst>
          </ns0:cNvPr>
          <ns0:cNvSpPr>
            <ns1:spLocks noGrp="1"/>
          </ns0:cNvSpPr>
          <ns0:nvPr/>
        </ns0:nvSpPr>
        <ns0:spPr>
          <ns1:xfrm>
            <ns1:off x="580000" y="320000"/>
            <ns1:ext cx="7300000" cy="520000"/>
          </ns1:xfrm>
          <ns1:prstGeom prst="roundRect">
            <ns1:avLst/>
          </ns1:prstGeom>
          <ns1:solidFill>
            <ns1:srgbClr val="FFF8E7"/>
          </ns1:solidFill>
          <ns1:ln w="12700">
            <ns1:solidFill>
              <ns1:srgbClr val="35523F"/>
            </ns1:solidFill>
          </ns1:ln>
        </ns0:spPr>
        <ns0:txBody>
          <ns1:bodyPr wrap="square" lIns="91440" tIns="68580" rIns="91440" bIns="68580"/>
          <ns1:lstStyle/>
          <ns1:p>
            <ns1:r>
              <ns1:rPr sz="2300" b="1"/>
              <ns1:t>邻里地图</ns1:t>
            </ns1:r>
          </ns1:p>
        </ns0:txBody>
      </ns0:sp>
      <ns0:sp>
        <ns0:nvSpPr>
          <ns0:cNvPr id="4" name="element_64">
            <ns1:extLst>
              <ns1:ext uri="{FF2B5EF4-FFF2-40B4-BE49-F238E27FC236}">
                <ns2:creationId id="{52E992BD-4DA5-4E8A-9E88-846D2E146D85}"/>
              </ns1:ext>
            </ns1:extLst>
          </ns0:cNvPr>
          <ns0:cNvSpPr>
            <ns1:spLocks noGrp="1"/>
          </ns0:cNvSpPr>
          <ns0:nvPr/>
        </ns0:nvSpPr>
        <ns0:spPr>
          <ns1:xfrm>
            <ns1:off x="8200000" y="300000"/>
            <ns1:ext cx="3000000" cy="720000"/>
          </ns1:xfrm>
          <ns1:prstGeom prst="roundRect">
            <ns1:avLst/>
          </ns1:prstGeom>
          <ns1:solidFill>
            <ns1:srgbClr val="F4F2EC"/>
          </ns1:solidFill>
          <ns1:ln w="12700">
            <ns1:solidFill>
              <ns1:srgbClr val="D9D4C8"/>
            </ns1:solidFill>
          </ns1:ln>
        </ns0:spPr>
        <ns0:txBody>
          <ns1:bodyPr wrap="square" lIns="91440" tIns="68580" rIns="91440" bIns="68580"/>
          <ns1:lstStyle/>
          <ns1:p>
            <ns1:r>
              <ns1:rPr sz="1400"/>
              <ns1:t>从社区中心出发</ns1:t>
            </ns1:r>
          </ns1:p>
        </ns0:txBody>
      </ns0:sp>
      <ns0:sp>
        <ns0:nvSpPr>
          <ns0:cNvPr id="20" name="element_91">
            <ns1:extLst>
              <ns1:ext uri="{FF2B5EF4-FFF2-40B4-BE49-F238E27FC236}">
                <ns2:creationId id="{A5CF1707-21FA-4840-8E7C-5D1FF57503AD}"/>
              </ns1:ext>
            </ns1:extLst>
          </ns0:cNvPr>
          <ns0:cNvSpPr>
            <ns1:spLocks noGrp="1"/>
          </ns0:cNvSpPr>
          <ns0:nvPr/>
        </ns0:nvSpPr>
        <ns0:spPr>
          <ns1:xfrm>
            <ns1:off x="2350000" y="2340000"/>
            <ns1:ext cx="2170000" cy="1"/>
          </ns1:xfrm>
          <ns1:prstGeom prst="line">
            <ns1:avLst/>
          </ns1:prstGeom>
          <ns1:ln w="25400">
            <ns1:solidFill>
              <ns1:srgbClr val="6AA56B"/>
            </ns1:solidFill>
            <ns1:tailEnd type="triangle"/>
          </ns1:ln>
        </ns0:spPr>
      </ns0:sp>
      <ns0:sp>
        <ns0:nvSpPr>
          <ns0:cNvPr id="21" name="element_110">
            <ns1:extLst>
              <ns1:ext uri="{FF2B5EF4-FFF2-40B4-BE49-F238E27FC236}">
                <ns2:creationId id="{41A0D5E8-A095-4513-9E60-7E3102AE0EFA}"/>
              </ns1:ext>
            </ns1:extLst>
          </ns0:cNvPr>
          <ns0:cNvSpPr>
            <ns1:spLocks noGrp="1"/>
          </ns0:cNvSpPr>
          <ns0:nvPr/>
        </ns0:nvSpPr>
        <ns0:spPr>
          <ns1:xfrm>
            <ns1:off x="5740000" y="2340000"/>
            <ns1:ext cx="2160000" cy="1"/>
          </ns1:xfrm>
          <ns1:prstGeom prst="line">
            <ns1:avLst/>
          </ns1:prstGeom>
          <ns1:ln w="25400">
            <ns1:solidFill>
              <ns1:srgbClr val="B65B4A"/>
            </ns1:solidFill>
            <ns1:tailEnd type="triangle"/>
          </ns1:ln>
        </ns0:spPr>
      </ns0:sp>
      <ns0:sp>
        <ns0:nvSpPr>
          <ns0:cNvPr id="22" name="element_129">
            <ns1:extLst>
              <ns1:ext uri="{FF2B5EF4-FFF2-40B4-BE49-F238E27FC236}">
                <ns2:creationId id="{954DFBA7-835F-4B00-B8FE-C5322FB317B8}"/>
              </ns1:ext>
            </ns1:extLst>
          </ns0:cNvPr>
          <ns0:cNvSpPr>
            <ns1:spLocks noGrp="1"/>
          </ns0:cNvSpPr>
          <ns0:nvPr/>
        </ns0:nvSpPr>
        <ns0:spPr>
          <ns1:xfrm>
            <ns1:off x="6700000" y="3040000"/>
            <ns1:ext cx="1800000" cy="1500000"/>
          </ns1:xfrm>
          <ns1:prstGeom prst="line">
            <ns1:avLst/>
          </ns1:prstGeom>
          <ns1:ln w="25400">
            <ns1:solidFill>
              <ns1:srgbClr val="2F6472"/>
            </ns1:solidFill>
            <ns1:tailEnd type="triangle"/>
          </ns1:ln>
        </ns0:spPr>
      </ns0:sp>
      <ns0:sp>
        <ns0:nvSpPr>
          <ns0:cNvPr id="23" name="element_148">
            <ns1:extLst>
              <ns1:ext uri="{FF2B5EF4-FFF2-40B4-BE49-F238E27FC236}">
                <ns2:creationId id="{4D75D784-8B29-466C-AC94-4EC035AA31A2}"/>
              </ns1:ext>
            </ns1:extLst>
          </ns0:cNvPr>
          <ns0:cNvSpPr>
            <ns1:spLocks noGrp="1"/>
          </ns0:cNvSpPr>
          <ns0:nvPr/>
        </ns0:nvSpPr>
        <ns0:spPr>
          <ns1:xfrm>
            <ns1:off x="3180000" y="4540000"/>
            <ns1:ext cx="2020000" cy="1"/>
          </ns1:xfrm>
          <ns1:prstGeom prst="line">
            <ns1:avLst/>
          </ns1:prstGeom>
          <ns1:ln w="25400">
            <ns1:solidFill>
              <ns1:srgbClr val="A0642E"/>
            </ns1:solidFill>
            <ns1:tailEnd type="triangle"/>
          </ns1:ln>
        </ns0:spPr>
      </ns0:sp>
      <ns0:sp>
        <ns0:nvSpPr>
          <ns0:cNvPr id="5" name="element_167">
            <ns1:extLst>
              <ns1:ext uri="{FF2B5EF4-FFF2-40B4-BE49-F238E27FC236}">
                <ns2:creationId id="{FD4FF103-16DB-4C43-ACD7-110CB5365362}"/>
              </ns1:ext>
            </ns1:extLst>
          </ns0:cNvPr>
          <ns0:cNvSpPr>
            <ns1:spLocks noGrp="1"/>
          </ns0:cNvSpPr>
          <ns0:nvPr/>
        </ns0:nvSpPr>
        <ns0:spPr>
          <ns1:xfrm>
            <ns1:off x="980000" y="1860000"/>
            <ns1:ext cx="1600000" cy="900000"/>
          </ns1:xfrm>
          <ns1:prstGeom prst="roundRect">
            <ns1:avLst/>
          </ns1:prstGeom>
          <ns1:solidFill>
            <ns1:srgbClr val="EAF4E5"/>
          </ns1:solidFill>
          <ns1:ln w="12700">
            <ns1:solidFill>
              <ns1:srgbClr val="3F6B4A"/>
            </ns1:solidFill>
          </ns1:ln>
        </ns0:spPr>
        <ns0:txBody>
          <ns1:bodyPr wrap="square" lIns="91440" tIns="68580" rIns="91440" bIns="68580"/>
          <ns1:lstStyle/>
          <ns1:p>
            <ns1:r>
              <ns1:rPr sz="1450" b="1"/>
              <ns1:t>社区中心</ns1:t>
            </ns1:r>
          </ns1:p>
        </ns0:txBody>
      </ns0:sp>
      <ns0:sp>
        <ns0:nvSpPr>
          <ns0:cNvPr id="6" name="element_194">
            <ns1:extLst>
              <ns1:ext uri="{FF2B5EF4-FFF2-40B4-BE49-F238E27FC236}">
                <ns2:creationId id="{0F0AE24F-521F-4F07-AD6E-24446DDB3DFF}"/>
              </ns1:ext>
            </ns1:extLst>
          </ns0:cNvPr>
          <ns0:cNvSpPr>
            <ns1:spLocks noGrp="1"/>
          </ns0:cNvSpPr>
          <ns0:nvPr/>
        </ns0:nvSpPr>
        <ns0:spPr>
          <ns1:xfrm>
            <ns1:off x="4520000" y="1860000"/>
            <ns1:ext cx="1600000" cy="900000"/>
          </ns1:xfrm>
          <ns1:prstGeom prst="roundRect">
            <ns1:avLst/>
          </ns1:prstGeom>
          <ns1:solidFill>
            <ns1:srgbClr val="E8F4F7"/>
          </ns1:solidFill>
          <ns1:ln w="12700">
            <ns1:solidFill>
              <ns1:srgbClr val="2F6472"/>
            </ns1:solidFill>
          </ns1:ln>
        </ns0:spPr>
        <ns0:txBody>
          <ns1:bodyPr wrap="square" lIns="91440" tIns="68580" rIns="91440" bIns="68580"/>
          <ns1:lstStyle/>
          <ns1:p>
            <ns1:r>
              <ns1:rPr sz="1450" b="1"/>
              <ns1:t>交流空间</ns1:t>
            </ns1:r>
          </ns1:p>
        </ns0:txBody>
      </ns0:sp>
      <ns0:sp>
        <ns0:nvSpPr>
          <ns0:cNvPr id="7" name="element_221">
            <ns1:extLst>
              <ns1:ext uri="{FF2B5EF4-FFF2-40B4-BE49-F238E27FC236}">
                <ns2:creationId id="{2556C024-DD7B-4A64-A9B5-3CB5DFA47B35}"/>
              </ns1:ext>
            </ns1:extLst>
          </ns0:cNvPr>
          <ns0:cNvSpPr>
            <ns1:spLocks noGrp="1"/>
          </ns0:cNvSpPr>
          <ns0:nvPr/>
        </ns0:nvSpPr>
        <ns0:spPr>
          <ns1:xfrm>
            <ns1:off x="7900000" y="1860000"/>
            <ns1:ext cx="1600000" cy="900000"/>
          </ns1:xfrm>
          <ns1:prstGeom prst="roundRect">
            <ns1:avLst/>
          </ns1:prstGeom>
          <ns1:solidFill>
            <ns1:srgbClr val="FCE7DD"/>
          </ns1:solidFill>
          <ns1:ln w="12700">
            <ns1:solidFill>
              <ns1:srgbClr val="B65B4A"/>
            </ns1:solidFill>
          </ns1:ln>
        </ns0:spPr>
        <ns0:txBody>
          <ns1:bodyPr wrap="square" lIns="91440" tIns="68580" rIns="91440" bIns="68580"/>
          <ns1:lstStyle/>
          <ns1:p>
            <ns1:r>
              <ns1:rPr sz="1450" b="1"/>
              <ns1:t>活动广场</ns1:t>
            </ns1:r>
          </ns1:p>
        </ns0:txBody>
      </ns0:sp>
      <ns0:sp>
        <ns0:nvSpPr>
          <ns0:cNvPr id="8" name="element_248">
            <ns1:extLst>
              <ns1:ext uri="{FF2B5EF4-FFF2-40B4-BE49-F238E27FC236}">
                <ns2:creationId id="{A87F4C84-9E48-4221-9606-C3E1A0B1C7DB}"/>
              </ns1:ext>
            </ns1:extLst>
          </ns0:cNvPr>
          <ns0:cNvSpPr>
            <ns1:spLocks noGrp="1"/>
          </ns0:cNvSpPr>
          <ns0:nvPr/>
        </ns0:nvSpPr>
        <ns0:spPr>
          <ns1:xfrm>
            <ns1:off x="5200000" y="4060000"/>
            <ns1:ext cx="1680000" cy="960000"/>
          </ns1:xfrm>
          <ns1:prstGeom prst="roundRect">
            <ns1:avLst/>
          </ns1:prstGeom>
          <ns1:solidFill>
            <ns1:srgbClr val="F0ECF7"/>
          </ns1:solidFill>
          <ns1:ln w="12700">
            <ns1:solidFill>
              <ns1:srgbClr val="5A4C7D"/>
            </ns1:solidFill>
          </ns1:ln>
        </ns0:spPr>
        <ns0:txBody>
          <ns1:bodyPr wrap="square" lIns="91440" tIns="68580" rIns="91440" bIns="68580"/>
          <ns1:lstStyle/>
          <ns1:p>
            <ns1:r>
              <ns1:rPr sz="1450" b="1"/>
              <ns1:t>阅读角</ns1:t>
            </ns1:r>
          </ns1:p>
        </ns0:txBody>
      </ns0:sp>
      <ns0:sp>
        <ns0:nvSpPr>
          <ns0:cNvPr id="9" name="element_275">
            <ns1:extLst>
              <ns1:ext uri="{FF2B5EF4-FFF2-40B4-BE49-F238E27FC236}">
                <ns2:creationId id="{AF521AF7-74C2-4D40-9308-BE29E02462EE}"/>
              </ns1:ext>
            </ns1:extLst>
          </ns0:cNvPr>
          <ns0:cNvSpPr>
            <ns1:spLocks noGrp="1"/>
          </ns0:cNvSpPr>
          <ns0:nvPr/>
        </ns0:nvSpPr>
        <ns0:spPr>
          <ns1:xfrm>
            <ns1:off x="1700000" y="4060000"/>
            <ns1:ext cx="1680000" cy="960000"/>
          </ns1:xfrm>
          <ns1:prstGeom prst="roundRect">
            <ns1:avLst/>
          </ns1:prstGeom>
          <ns1:solidFill>
            <ns1:srgbClr val="FBF0DF"/>
          </ns1:solidFill>
          <ns1:ln w="12700">
            <ns1:solidFill>
              <ns1:srgbClr val="A0642E"/>
            </ns1:solidFill>
          </ns1:ln>
        </ns0:spPr>
        <ns0:txBody>
          <ns1:bodyPr wrap="square" lIns="91440" tIns="68580" rIns="91440" bIns="68580"/>
          <ns1:lstStyle/>
          <ns1:p>
            <ns1:r>
              <ns1:rPr sz="1450" b="1"/>
              <ns1:t>花园</ns1:t>
            </ns1:r>
          </ns1:p>
        </ns0:txBody>
      </ns0:sp>
      <ns0:sp>
        <ns0:nvSpPr>
          <ns0:cNvPr id="10" name="element_302">
            <ns1:extLst>
              <ns1:ext uri="{FF2B5EF4-FFF2-40B4-BE49-F238E27FC236}">
                <ns2:creationId id="{B8EEF4EA-8B18-4E8E-BDFC-457972D62739}"/>
              </ns1:ext>
            </ns1:extLst>
          </ns0:cNvPr>
          <ns0:cNvSpPr>
            <ns1:spLocks noGrp="1"/>
          </ns0:cNvSpPr>
          <ns0:nvPr/>
        </ns0:nvSpPr>
        <ns0:spPr>
          <ns1:xfrm>
            <ns1:off x="8450000" y="4020000"/>
            <ns1:ext cx="2600000" cy="1100000"/>
          </ns1:xfrm>
          <ns1:prstGeom prst="roundRect">
            <ns1:avLst/>
          </ns1:prstGeom>
          <ns1:solidFill>
            <ns1:srgbClr val="F4F2EC"/>
          </ns1:solidFill>
          <ns1:ln w="12700">
            <ns1:solidFill>
              <ns1:srgbClr val="7A776E"/>
            </ns1:solidFill>
          </ns1:ln>
        </ns0:spPr>
        <ns0:txBody>
          <ns1:bodyPr wrap="square" lIns="91440" tIns="68580" rIns="91440" bIns="68580"/>
          <ns1:lstStyle/>
          <ns1:p>
            <ns1:r>
              <ns1:rPr sz="1450"/>
              <ns1:t>步行路线与公共空间</ns1:t>
            </ns1:r>
          </ns1:p>
        </ns0:txBody>
      </ns0:sp>
      <ns0:sp>
        <ns0:nvSpPr>
          <ns0:cNvPr id="90" name="element_329">
            <ns1:extLst>
              <ns1:ext uri="{FF2B5EF4-FFF2-40B4-BE49-F238E27FC236}">
                <ns2:creationId id="{1B431C6D-A436-46FC-AA1D-6CA48261A9FF}"/>
              </ns1:ext>
            </ns1:extLst>
          </ns0:cNvPr>
          <ns0:cNvSpPr>
            <ns1:spLocks noGrp="1"/>
          </ns0:cNvSpPr>
          <ns0:nvPr/>
        </ns0:nvSpPr>
        <ns0:spPr>
          <ns1:xfrm>
            <ns1:off x="610000" y="6480000"/>
            <ns1:ext cx="10900000" cy="26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91440" tIns="68580" rIns="91440" bIns="68580"/>
          <ns1:lstStyle/>
          <ns1:p>
            <ns1:r>
              <ns1:rPr sz="1150"/>
              <ns1:t>XX社区中心  2024秋季  2 / 8</ns1:t>
            </ns1:r>
          </ns1:p>
        </ns0:txBody>
      </ns0:sp>
    </ns0:spTree>
    <ns0:extLst>
      <ns0:ext uri="{BB962C8B-B14F-4D97-AF65-F5344CB8AC3E}">
        <ns3:creationId val="930364466"/>
      </ns0:ext>
    </ns0:extLst>
  </ns0:cSld>
</ns0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element_4"/>
        <ns0:cNvGrpSpPr/>
        <ns0:nvPr/>
      </ns0:nvGrpSpPr>
      <ns0:grpSpPr>
        <ns1:xfrm/>
      </ns0:grpSpPr>
      <ns0:sp>
        <ns0:nvSpPr>
          <ns0:cNvPr id="2" name="element_11">
            <ns1:extLst>
              <ns1:ext uri="{FF2B5EF4-FFF2-40B4-BE49-F238E27FC236}">
                <ns2:creationId id="{01F1A212-5D77-4E68-9762-0BF0B36BADBB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FFFDF7"/>
          </ns1:solidFill>
          <ns1:ln>
            <ns1:noFill/>
          </ns1:ln>
        </ns0:spPr>
        <ns0:txBody>
          <ns1:bodyPr wrap="square" lIns="91440" tIns="68580" rIns="91440" bIns="68580"/>
          <ns1:lstStyle/>
          <ns1:p>
            <ns1:r>
              <ns1:rPr sz="2200"/>
              <ns1:t/>
            </ns1:r>
          </ns1:p>
        </ns0:txBody>
      </ns0:sp>
      <ns0:sp>
        <ns0:nvSpPr>
          <ns0:cNvPr id="3" name="element_37">
            <ns1:extLst>
              <ns1:ext uri="{FF2B5EF4-FFF2-40B4-BE49-F238E27FC236}">
                <ns2:creationId id="{23C06AEB-6308-4D86-B415-B0AB8CF858FF}"/>
              </ns1:ext>
            </ns1:extLst>
          </ns0:cNvPr>
          <ns0:cNvSpPr>
            <ns1:spLocks noGrp="1"/>
          </ns0:cNvSpPr>
          <ns0:nvPr/>
        </ns0:nvSpPr>
        <ns0:spPr>
          <ns1:xfrm>
            <ns1:off x="580000" y="320000"/>
            <ns1:ext cx="6900000" cy="520000"/>
          </ns1:xfrm>
          <ns1:prstGeom prst="roundRect">
            <ns1:avLst/>
          </ns1:prstGeom>
          <ns1:solidFill>
            <ns1:srgbClr val="FFF8E7"/>
          </ns1:solidFill>
          <ns1:ln w="12700">
            <ns1:solidFill>
              <ns1:srgbClr val="35523F"/>
            </ns1:solidFill>
          </ns1:ln>
        </ns0:spPr>
        <ns0:txBody>
          <ns1:bodyPr wrap="square" lIns="91440" tIns="68580" rIns="91440" bIns="68580"/>
          <ns1:lstStyle/>
          <ns1:p>
            <ns1:r>
              <ns1:rPr sz="2300" b="1"/>
              <ns1:t>交流主题</ns1:t>
            </ns1:r>
          </ns1:p>
        </ns0:txBody>
      </ns0:sp>
      <ns0:sp>
        <ns0:nvSpPr>
          <ns0:cNvPr id="4" name="element_64">
            <ns1:extLst>
              <ns1:ext uri="{FF2B5EF4-FFF2-40B4-BE49-F238E27FC236}">
                <ns2:creationId id="{B78136AE-78CA-4F09-BB68-D486D2DFDADC}"/>
              </ns1:ext>
            </ns1:extLst>
          </ns0:cNvPr>
          <ns0:cNvSpPr>
            <ns1:spLocks noGrp="1"/>
          </ns0:cNvSpPr>
          <ns0:nvPr/>
        </ns0:nvSpPr>
        <ns0:spPr>
          <ns1:xfrm>
            <ns1:off x="7600000" y="300000"/>
            <ns1:ext cx="3500000" cy="720000"/>
          </ns1:xfrm>
          <ns1:prstGeom prst="roundRect">
            <ns1:avLst/>
          </ns1:prstGeom>
          <ns1:solidFill>
            <ns1:srgbClr val="F4F2EC"/>
          </ns1:solidFill>
          <ns1:ln w="12700">
            <ns1:solidFill>
              <ns1:srgbClr val="D9D4C8"/>
            </ns1:solidFill>
          </ns1:ln>
        </ns0:spPr>
        <ns0:txBody>
          <ns1:bodyPr wrap="square" lIns="91440" tIns="68580" rIns="91440" bIns="68580"/>
          <ns1:lstStyle/>
          <ns1:p>
            <ns1:r>
              <ns1:rPr sz="1400"/>
              <ns1:t>邻里交流与日常生活</ns1:t>
            </ns1:r>
          </ns1:p>
        </ns0:txBody>
      </ns0:sp>
      <ns0:sp>
        <ns0:nvSpPr>
          <ns0:cNvPr id="5" name="element_91">
            <ns1:extLst>
              <ns1:ext uri="{FF2B5EF4-FFF2-40B4-BE49-F238E27FC236}">
                <ns2:creationId id="{BE38A718-E036-4D1C-B734-2C32BE45E794}"/>
              </ns1:ext>
            </ns1:extLst>
          </ns0:cNvPr>
          <ns0:cNvSpPr>
            <ns1:spLocks noGrp="1"/>
          </ns0:cNvSpPr>
          <ns0:nvPr/>
        </ns0:nvSpPr>
        <ns0:spPr>
          <ns1:xfrm>
            <ns1:off x="760000" y="1480000"/>
            <ns1:ext cx="3150000" cy="3480000"/>
          </ns1:xfrm>
          <ns1:prstGeom prst="roundRect">
            <ns1:avLst/>
          </ns1:prstGeom>
          <ns1:solidFill>
            <ns1:srgbClr val="EAF4E5"/>
          </ns1:solidFill>
          <ns1:ln w="12700">
            <ns1:solidFill>
              <ns1:srgbClr val="3F6B4A"/>
            </ns1:solidFill>
          </ns1:ln>
        </ns0:spPr>
        <ns0:txBody>
          <ns1:bodyPr wrap="square" lIns="91440" tIns="68580" rIns="91440" bIns="68580"/>
          <ns1:lstStyle/>
          <ns1:p>
            <ns1:r>
              <ns1:rPr sz="1500" b="1"/>
              <ns1:t>自然观察</ns1:t>
            </ns1:r>
          </ns1:p>
          <ns1:p>
            <ns1:r>
              <ns1:rPr sz="1500" b="1"/>
              <ns1:t>花草与季节</ns1:t>
            </ns1:r>
          </ns1:p>
          <ns1:p>
            <ns1:r>
              <ns1:rPr sz="1500" b="1"/>
              <ns1:t>身边的小发现</ns1:t>
            </ns1:r>
          </ns1:p>
        </ns0:txBody>
      </ns0:sp>
      <ns0:sp>
        <ns0:nvSpPr>
          <ns0:cNvPr id="6" name="element_126">
            <ns1:extLst>
              <ns1:ext uri="{FF2B5EF4-FFF2-40B4-BE49-F238E27FC236}">
                <ns2:creationId id="{2F67F6DA-7654-4949-9377-FF7F0951473A}"/>
              </ns1:ext>
            </ns1:extLst>
          </ns0:cNvPr>
          <ns0:cNvSpPr>
            <ns1:spLocks noGrp="1"/>
          </ns0:cNvSpPr>
          <ns0:nvPr/>
        </ns0:nvSpPr>
        <ns0:spPr>
          <ns1:xfrm>
            <ns1:off x="4440000" y="1480000"/>
            <ns1:ext cx="3150000" cy="3480000"/>
          </ns1:xfrm>
          <ns1:prstGeom prst="roundRect">
            <ns1:avLst/>
          </ns1:prstGeom>
          <ns1:solidFill>
            <ns1:srgbClr val="FBF0DF"/>
          </ns1:solidFill>
          <ns1:ln w="12700">
            <ns1:solidFill>
              <ns1:srgbClr val="A0642E"/>
            </ns1:solidFill>
          </ns1:ln>
        </ns0:spPr>
        <ns0:txBody>
          <ns1:bodyPr wrap="square" lIns="91440" tIns="68580" rIns="91440" bIns="68580"/>
          <ns1:lstStyle/>
          <ns1:p>
            <ns1:r>
              <ns1:rPr sz="1500" b="1"/>
              <ns1:t>邻里故事</ns1:t>
            </ns1:r>
          </ns1:p>
          <ns1:p>
            <ns1:r>
              <ns1:rPr sz="1500" b="1"/>
              <ns1:t>生活经验</ns1:t>
            </ns1:r>
          </ns1:p>
          <ns1:p>
            <ns1:r>
              <ns1:rPr sz="1500" b="1"/>
              <ns1:t>共同的记忆</ns1:t>
            </ns1:r>
          </ns1:p>
        </ns0:txBody>
      </ns0:sp>
      <ns0:sp>
        <ns0:nvSpPr>
          <ns0:cNvPr id="7" name="element_161">
            <ns1:extLst>
              <ns1:ext uri="{FF2B5EF4-FFF2-40B4-BE49-F238E27FC236}">
                <ns2:creationId id="{3F7E81E3-E969-4AC3-A297-A40C26245087}"/>
              </ns1:ext>
            </ns1:extLst>
          </ns0:cNvPr>
          <ns0:cNvSpPr>
            <ns1:spLocks noGrp="1"/>
          </ns0:cNvSpPr>
          <ns0:nvPr/>
        </ns0:nvSpPr>
        <ns0:spPr>
          <ns1:xfrm>
            <ns1:off x="8120000" y="1480000"/>
            <ns1:ext cx="3150000" cy="3480000"/>
          </ns1:xfrm>
          <ns1:prstGeom prst="roundRect">
            <ns1:avLst/>
          </ns1:prstGeom>
          <ns1:solidFill>
            <ns1:srgbClr val="FCE7DD"/>
          </ns1:solidFill>
          <ns1:ln w="12700">
            <ns1:solidFill>
              <ns1:srgbClr val="B65B4A"/>
            </ns1:solidFill>
          </ns1:ln>
        </ns0:spPr>
        <ns0:txBody>
          <ns1:bodyPr wrap="square" lIns="91440" tIns="68580" rIns="91440" bIns="68580"/>
          <ns1:lstStyle/>
          <ns1:p>
            <ns1:r>
              <ns1:rPr sz="1500" b="1"/>
              <ns1:t>手作交流</ns1:t>
            </ns1:r>
          </ns1:p>
          <ns1:p>
            <ns1:r>
              <ns1:rPr sz="1500" b="1"/>
              <ns1:t>材料与工具</ns1:t>
            </ns1:r>
          </ns1:p>
          <ns1:p>
            <ns1:r>
              <ns1:rPr sz="1500" b="1"/>
              <ns1:t>作品与心得</ns1:t>
            </ns1:r>
          </ns1:p>
        </ns0:txBody>
      </ns0:sp>
      <ns0:sp>
        <ns0:nvSpPr>
          <ns0:cNvPr id="22" name="element_196">
            <ns1:extLst>
              <ns1:ext uri="{FF2B5EF4-FFF2-40B4-BE49-F238E27FC236}">
                <ns2:creationId id="{F95060D4-0D36-4E84-A9F4-403AA3068ED3}"/>
              </ns1:ext>
            </ns1:extLst>
          </ns0:cNvPr>
          <ns0:cNvSpPr>
            <ns1:spLocks noGrp="1"/>
          </ns0:cNvSpPr>
          <ns0:nvPr/>
        </ns0:nvSpPr>
        <ns0:spPr>
          <ns1:xfrm>
            <ns1:off x="3900000" y="3200000"/>
            <ns1:ext cx="540000" cy="1"/>
          </ns1:xfrm>
          <ns1:prstGeom prst="line">
            <ns1:avLst/>
          </ns1:prstGeom>
          <ns1:ln w="25400">
            <ns1:solidFill>
              <ns1:srgbClr val="A0642E"/>
            </ns1:solidFill>
            <ns1:tailEnd type="triangle"/>
          </ns1:ln>
        </ns0:spPr>
      </ns0:sp>
      <ns0:sp>
        <ns0:nvSpPr>
          <ns0:cNvPr id="23" name="element_215">
            <ns1:extLst>
              <ns1:ext uri="{FF2B5EF4-FFF2-40B4-BE49-F238E27FC236}">
                <ns2:creationId id="{08BD32DE-21E0-4C02-B929-5DEA34A86A1C}"/>
              </ns1:ext>
            </ns1:extLst>
          </ns0:cNvPr>
          <ns0:cNvSpPr>
            <ns1:spLocks noGrp="1"/>
          </ns0:cNvSpPr>
          <ns0:nvPr/>
        </ns0:nvSpPr>
        <ns0:spPr>
          <ns1:xfrm>
            <ns1:off x="7600000" y="3200000"/>
            <ns1:ext cx="520000" cy="1"/>
          </ns1:xfrm>
          <ns1:prstGeom prst="line">
            <ns1:avLst/>
          </ns1:prstGeom>
          <ns1:ln w="25400">
            <ns1:solidFill>
              <ns1:srgbClr val="B65B4A"/>
            </ns1:solidFill>
            <ns1:tailEnd type="triangle"/>
          </ns1:ln>
        </ns0:spPr>
      </ns0:sp>
      <ns0:sp>
        <ns0:nvSpPr>
          <ns0:cNvPr id="8" name="element_234">
            <ns1:extLst>
              <ns1:ext uri="{FF2B5EF4-FFF2-40B4-BE49-F238E27FC236}">
                <ns2:creationId id="{A1B21A61-D930-47FC-B676-D869077CC39E}"/>
              </ns1:ext>
            </ns1:extLst>
          </ns0:cNvPr>
          <ns0:cNvSpPr>
            <ns1:spLocks noGrp="1"/>
          </ns0:cNvSpPr>
          <ns0:nvPr/>
        </ns0:nvSpPr>
        <ns0:spPr>
          <ns1:xfrm>
            <ns1:off x="1720000" y="5350000"/>
            <ns1:ext cx="8600000" cy="650000"/>
          </ns1:xfrm>
          <ns1:prstGeom prst="roundRect">
            <ns1:avLst/>
          </ns1:prstGeom>
          <ns1:solidFill>
            <ns1:srgbClr val="F4F2EC"/>
          </ns1:solidFill>
          <ns1:ln w="12700">
            <ns1:solidFill>
              <ns1:srgbClr val="D9D4C8"/>
            </ns1:solidFill>
          </ns1:ln>
        </ns0:spPr>
        <ns0:txBody>
          <ns1:bodyPr wrap="square" lIns="91440" tIns="68580" rIns="91440" bIns="68580"/>
          <ns1:lstStyle/>
          <ns1:p>
            <ns1:r>
              <ns1:rPr sz="1500"/>
              <ns1:t>记录交流中的发现</ns1:t>
            </ns1:r>
          </ns1:p>
        </ns0:txBody>
      </ns0:sp>
      <ns0:sp>
        <ns0:nvSpPr>
          <ns0:cNvPr id="90" name="element_261">
            <ns1:extLst>
              <ns1:ext uri="{FF2B5EF4-FFF2-40B4-BE49-F238E27FC236}">
                <ns2:creationId id="{6F00F3A6-DB13-4B64-9DFC-FA9AE26759CF}"/>
              </ns1:ext>
            </ns1:extLst>
          </ns0:cNvPr>
          <ns0:cNvSpPr>
            <ns1:spLocks noGrp="1"/>
          </ns0:cNvSpPr>
          <ns0:nvPr/>
        </ns0:nvSpPr>
        <ns0:spPr>
          <ns1:xfrm>
            <ns1:off x="610000" y="6480000"/>
            <ns1:ext cx="10900000" cy="26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91440" tIns="68580" rIns="91440" bIns="68580"/>
          <ns1:lstStyle/>
          <ns1:p>
            <ns1:r>
              <ns1:rPr sz="1150"/>
              <ns1:t>XX社区中心  2024秋季  3 / 8</ns1:t>
            </ns1:r>
          </ns1:p>
        </ns0:txBody>
      </ns0:sp>
    </ns0:spTree>
    <ns0:extLst>
      <ns0:ext uri="{BB962C8B-B14F-4D97-AF65-F5344CB8AC3E}">
        <ns3:creationId val="1858011633"/>
      </ns0:ext>
    </ns0:extLst>
  </ns0:cSld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element_4"/>
        <ns0:cNvGrpSpPr/>
        <ns0:nvPr/>
      </ns0:nvGrpSpPr>
      <ns0:grpSpPr>
        <ns1:xfrm/>
      </ns0:grpSpPr>
      <ns0:sp>
        <ns0:nvSpPr>
          <ns0:cNvPr id="2" name="element_11">
            <ns1:extLst>
              <ns1:ext uri="{FF2B5EF4-FFF2-40B4-BE49-F238E27FC236}">
                <ns2:creationId id="{02ECA348-07C4-4284-987C-6365C6D74081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FFFDF7"/>
          </ns1:solidFill>
          <ns1:ln>
            <ns1:noFill/>
          </ns1:ln>
        </ns0:spPr>
        <ns0:txBody>
          <ns1:bodyPr wrap="square" lIns="91440" tIns="68580" rIns="91440" bIns="68580"/>
          <ns1:lstStyle/>
          <ns1:p>
            <ns1:r>
              <ns1:rPr sz="2200"/>
              <ns1:t/>
            </ns1:r>
          </ns1:p>
        </ns0:txBody>
      </ns0:sp>
      <ns0:sp>
        <ns0:nvSpPr>
          <ns0:cNvPr id="3" name="element_37">
            <ns1:extLst>
              <ns1:ext uri="{FF2B5EF4-FFF2-40B4-BE49-F238E27FC236}">
                <ns2:creationId id="{552AF1F9-02B9-48FF-8D71-7445A997D666}"/>
              </ns1:ext>
            </ns1:extLst>
          </ns0:cNvPr>
          <ns0:cNvSpPr>
            <ns1:spLocks noGrp="1"/>
          </ns0:cNvSpPr>
          <ns0:nvPr/>
        </ns0:nvSpPr>
        <ns0:spPr>
          <ns1:xfrm>
            <ns1:off x="580000" y="320000"/>
            <ns1:ext cx="7000000" cy="520000"/>
          </ns1:xfrm>
          <ns1:prstGeom prst="roundRect">
            <ns1:avLst/>
          </ns1:prstGeom>
          <ns1:solidFill>
            <ns1:srgbClr val="FFF8E7"/>
          </ns1:solidFill>
          <ns1:ln w="12700">
            <ns1:solidFill>
              <ns1:srgbClr val="35523F"/>
            </ns1:solidFill>
          </ns1:ln>
        </ns0:spPr>
        <ns0:txBody>
          <ns1:bodyPr wrap="square" lIns="91440" tIns="68580" rIns="91440" bIns="68580"/>
          <ns1:lstStyle/>
          <ns1:p>
            <ns1:r>
              <ns1:rPr sz="2300" b="1"/>
              <ns1:t>活动进程</ns1:t>
            </ns1:r>
          </ns1:p>
        </ns0:txBody>
      </ns0:sp>
      <ns0:sp>
        <ns0:nvSpPr>
          <ns0:cNvPr id="4" name="element_64">
            <ns1:extLst>
              <ns1:ext uri="{FF2B5EF4-FFF2-40B4-BE49-F238E27FC236}">
                <ns2:creationId id="{61DB7C4B-EC34-41D0-ABF9-7278B237C233}"/>
              </ns1:ext>
            </ns1:extLst>
          </ns0:cNvPr>
          <ns0:cNvSpPr>
            <ns1:spLocks noGrp="1"/>
          </ns0:cNvSpPr>
          <ns0:nvPr/>
        </ns0:nvSpPr>
        <ns0:spPr>
          <ns1:xfrm>
            <ns1:off x="7880000" y="300000"/>
            <ns1:ext cx="3300000" cy="720000"/>
          </ns1:xfrm>
          <ns1:prstGeom prst="roundRect">
            <ns1:avLst/>
          </ns1:prstGeom>
          <ns1:solidFill>
            <ns1:srgbClr val="F4F2EC"/>
          </ns1:solidFill>
          <ns1:ln w="12700">
            <ns1:solidFill>
              <ns1:srgbClr val="D9D4C8"/>
            </ns1:solidFill>
          </ns1:ln>
        </ns0:spPr>
        <ns0:txBody>
          <ns1:bodyPr wrap="square" lIns="91440" tIns="68580" rIns="91440" bIns="68580"/>
          <ns1:lstStyle/>
          <ns1:p>
            <ns1:r>
              <ns1:rPr sz="1400"/>
              <ns1:t>两组活动安排</ns1:t>
            </ns1:r>
          </ns1:p>
        </ns0:txBody>
      </ns0:sp>
      <ns0:sp>
        <ns0:nvSpPr>
          <ns0:cNvPr id="5" name="element_91">
            <ns1:extLst>
              <ns1:ext uri="{FF2B5EF4-FFF2-40B4-BE49-F238E27FC236}">
                <ns2:creationId id="{F8EA3D56-7D8A-4D56-949E-C14C98DD7FE3}"/>
              </ns1:ext>
            </ns1:extLst>
          </ns0:cNvPr>
          <ns0:cNvSpPr>
            <ns1:spLocks noGrp="1"/>
          </ns0:cNvSpPr>
          <ns0:nvPr/>
        </ns0:nvSpPr>
        <ns0:spPr>
          <ns1:xfrm>
            <ns1:off x="700000" y="1640000"/>
            <ns1:ext cx="1280000" cy="460000"/>
          </ns1:xfrm>
          <ns1:prstGeom prst="roundRect">
            <ns1:avLst/>
          </ns1:prstGeom>
          <ns1:solidFill>
            <ns1:srgbClr val="FBF0DF"/>
          </ns1:solidFill>
          <ns1:ln w="12700">
            <ns1:solidFill>
              <ns1:srgbClr val="A0642E"/>
            </ns1:solidFill>
          </ns1:ln>
        </ns0:spPr>
        <ns0:txBody>
          <ns1:bodyPr wrap="square" lIns="91440" tIns="68580" rIns="91440" bIns="68580"/>
          <ns1:lstStyle/>
          <ns1:p>
            <ns1:r>
              <ns1:rPr sz="1500" b="1"/>
              <ns1:t>上午场</ns1:t>
            </ns1:r>
          </ns1:p>
        </ns0:txBody>
      </ns0:sp>
      <ns0:sp>
        <ns0:nvSpPr>
          <ns0:cNvPr id="6" name="element_118">
            <ns1:extLst>
              <ns1:ext uri="{FF2B5EF4-FFF2-40B4-BE49-F238E27FC236}">
                <ns2:creationId id="{C796AE82-D0A9-47FE-BC96-288F0F465C1A}"/>
              </ns1:ext>
            </ns1:extLst>
          </ns0:cNvPr>
          <ns0:cNvSpPr>
            <ns1:spLocks noGrp="1"/>
          </ns0:cNvSpPr>
          <ns0:nvPr/>
        </ns0:nvSpPr>
        <ns0:spPr>
          <ns1:xfrm>
            <ns1:off x="700000" y="3680000"/>
            <ns1:ext cx="1280000" cy="460000"/>
          </ns1:xfrm>
          <ns1:prstGeom prst="roundRect">
            <ns1:avLst/>
          </ns1:prstGeom>
          <ns1:solidFill>
            <ns1:srgbClr val="EAF4E5"/>
          </ns1:solidFill>
          <ns1:ln w="12700">
            <ns1:solidFill>
              <ns1:srgbClr val="3F6B4A"/>
            </ns1:solidFill>
          </ns1:ln>
        </ns0:spPr>
        <ns0:txBody>
          <ns1:bodyPr wrap="square" lIns="91440" tIns="68580" rIns="91440" bIns="68580"/>
          <ns1:lstStyle/>
          <ns1:p>
            <ns1:r>
              <ns1:rPr sz="1500" b="1"/>
              <ns1:t>下午场</ns1:t>
            </ns1:r>
          </ns1:p>
        </ns0:txBody>
      </ns0:sp>
      <ns0:sp>
        <ns0:nvSpPr>
          <ns0:cNvPr id="24" name="element_145">
            <ns1:extLst>
              <ns1:ext uri="{FF2B5EF4-FFF2-40B4-BE49-F238E27FC236}">
                <ns2:creationId id="{EC429555-8A87-44E7-94CF-60340834D004}"/>
              </ns1:ext>
            </ns1:extLst>
          </ns0:cNvPr>
          <ns0:cNvSpPr>
            <ns1:spLocks noGrp="1"/>
          </ns0:cNvSpPr>
          <ns0:nvPr/>
        </ns0:nvSpPr>
        <ns0:spPr>
          <ns1:xfrm>
            <ns1:off x="2250000" y="1870000"/>
            <ns1:ext cx="8250000" cy="1"/>
          </ns1:xfrm>
          <ns1:prstGeom prst="line">
            <ns1:avLst/>
          </ns1:prstGeom>
          <ns1:ln w="38100">
            <ns1:solidFill>
              <ns1:srgbClr val="A0642E"/>
            </ns1:solidFill>
            <ns1:tailEnd type="triangle"/>
          </ns1:ln>
        </ns0:spPr>
      </ns0:sp>
      <ns0:sp>
        <ns0:nvSpPr>
          <ns0:cNvPr id="25" name="element_164">
            <ns1:extLst>
              <ns1:ext uri="{FF2B5EF4-FFF2-40B4-BE49-F238E27FC236}">
                <ns2:creationId id="{48F316FB-B535-4453-AFE2-8438501C865B}"/>
              </ns1:ext>
            </ns1:extLst>
          </ns0:cNvPr>
          <ns0:cNvSpPr>
            <ns1:spLocks noGrp="1"/>
          </ns0:cNvSpPr>
          <ns0:nvPr/>
        </ns0:nvSpPr>
        <ns0:spPr>
          <ns1:xfrm>
            <ns1:off x="2250000" y="3910000"/>
            <ns1:ext cx="8250000" cy="1"/>
          </ns1:xfrm>
          <ns1:prstGeom prst="line">
            <ns1:avLst/>
          </ns1:prstGeom>
          <ns1:ln w="38100">
            <ns1:solidFill>
              <ns1:srgbClr val="3F6B4A"/>
            </ns1:solidFill>
            <ns1:tailEnd type="triangle"/>
          </ns1:ln>
        </ns0:spPr>
      </ns0:sp>
      <ns0:sp>
        <ns0:nvSpPr>
          <ns0:cNvPr id="7" name="element_183">
            <ns1:extLst>
              <ns1:ext uri="{FF2B5EF4-FFF2-40B4-BE49-F238E27FC236}">
                <ns2:creationId id="{1242F30F-B2AC-464A-A255-E4FA8366F0F6}"/>
              </ns1:ext>
            </ns1:extLst>
          </ns0:cNvPr>
          <ns0:cNvSpPr>
            <ns1:spLocks noGrp="1"/>
          </ns0:cNvSpPr>
          <ns0:nvPr/>
        </ns0:nvSpPr>
        <ns0:spPr>
          <ns1:xfrm>
            <ns1:off x="2070000" y="2120000"/>
            <ns1:ext cx="860000" cy="470000"/>
          </ns1:xfrm>
          <ns1:prstGeom prst="roundRect">
            <ns1:avLst/>
          </ns1:prstGeom>
          <ns1:solidFill>
            <ns1:srgbClr val="FFFDF7"/>
          </ns1:solidFill>
          <ns1:ln w="12700">
            <ns1:solidFill>
              <ns1:srgbClr val="A0642E"/>
            </ns1:solidFill>
          </ns1:ln>
        </ns0:spPr>
        <ns0:txBody>
          <ns1:bodyPr wrap="square" lIns="91440" tIns="68580" rIns="91440" bIns="68580"/>
          <ns1:lstStyle/>
          <ns1:p>
            <ns1:r>
              <ns1:rPr sz="1250"/>
              <ns1:t>到场</ns1:t>
            </ns1:r>
          </ns1:p>
        </ns0:txBody>
      </ns0:sp>
      <ns0:sp>
        <ns0:nvSpPr>
          <ns0:cNvPr id="8" name="element_210">
            <ns1:extLst>
              <ns1:ext uri="{FF2B5EF4-FFF2-40B4-BE49-F238E27FC236}">
                <ns2:creationId id="{52B6559A-B231-4AB6-83F4-892C028CDEBD}"/>
              </ns1:ext>
            </ns1:extLst>
          </ns0:cNvPr>
          <ns0:cNvSpPr>
            <ns1:spLocks noGrp="1"/>
          </ns0:cNvSpPr>
          <ns0:nvPr/>
        </ns0:nvSpPr>
        <ns0:spPr>
          <ns1:xfrm>
            <ns1:off x="3870000" y="2120000"/>
            <ns1:ext cx="860000" cy="470000"/>
          </ns1:xfrm>
          <ns1:prstGeom prst="roundRect">
            <ns1:avLst/>
          </ns1:prstGeom>
          <ns1:solidFill>
            <ns1:srgbClr val="FFFDF7"/>
          </ns1:solidFill>
          <ns1:ln w="12700">
            <ns1:solidFill>
              <ns1:srgbClr val="A0642E"/>
            </ns1:solidFill>
          </ns1:ln>
        </ns0:spPr>
        <ns0:txBody>
          <ns1:bodyPr wrap="square" lIns="91440" tIns="68580" rIns="91440" bIns="68580"/>
          <ns1:lstStyle/>
          <ns1:p>
            <ns1:r>
              <ns1:rPr sz="1250"/>
              <ns1:t>交流</ns1:t>
            </ns1:r>
          </ns1:p>
        </ns0:txBody>
      </ns0:sp>
      <ns0:sp>
        <ns0:nvSpPr>
          <ns0:cNvPr id="9" name="element_237">
            <ns1:extLst>
              <ns1:ext uri="{FF2B5EF4-FFF2-40B4-BE49-F238E27FC236}">
                <ns2:creationId id="{42B542B8-6311-43D8-BD3A-20C5B94AC5E7}"/>
              </ns1:ext>
            </ns1:extLst>
          </ns0:cNvPr>
          <ns0:cNvSpPr>
            <ns1:spLocks noGrp="1"/>
          </ns0:cNvSpPr>
          <ns0:nvPr/>
        </ns0:nvSpPr>
        <ns0:spPr>
          <ns1:xfrm>
            <ns1:off x="6070000" y="2120000"/>
            <ns1:ext cx="860000" cy="470000"/>
          </ns1:xfrm>
          <ns1:prstGeom prst="roundRect">
            <ns1:avLst/>
          </ns1:prstGeom>
          <ns1:solidFill>
            <ns1:srgbClr val="FFFDF7"/>
          </ns1:solidFill>
          <ns1:ln w="12700">
            <ns1:solidFill>
              <ns1:srgbClr val="A0642E"/>
            </ns1:solidFill>
          </ns1:ln>
        </ns0:spPr>
        <ns0:txBody>
          <ns1:bodyPr wrap="square" lIns="91440" tIns="68580" rIns="91440" bIns="68580"/>
          <ns1:lstStyle/>
          <ns1:p>
            <ns1:r>
              <ns1:rPr sz="1250"/>
              <ns1:t>体验</ns1:t>
            </ns1:r>
          </ns1:p>
        </ns0:txBody>
      </ns0:sp>
      <ns0:sp>
        <ns0:nvSpPr>
          <ns0:cNvPr id="10" name="element_264">
            <ns1:extLst>
              <ns1:ext uri="{FF2B5EF4-FFF2-40B4-BE49-F238E27FC236}">
                <ns2:creationId id="{E2BB06F9-A441-4FCC-8D78-E13788C3DF60}"/>
              </ns1:ext>
            </ns1:extLst>
          </ns0:cNvPr>
          <ns0:cNvSpPr>
            <ns1:spLocks noGrp="1"/>
          </ns0:cNvSpPr>
          <ns0:nvPr/>
        </ns0:nvSpPr>
        <ns0:spPr>
          <ns1:xfrm>
            <ns1:off x="8070000" y="2120000"/>
            <ns1:ext cx="860000" cy="470000"/>
          </ns1:xfrm>
          <ns1:prstGeom prst="roundRect">
            <ns1:avLst/>
          </ns1:prstGeom>
          <ns1:solidFill>
            <ns1:srgbClr val="FFFDF7"/>
          </ns1:solidFill>
          <ns1:ln w="12700">
            <ns1:solidFill>
              <ns1:srgbClr val="A0642E"/>
            </ns1:solidFill>
          </ns1:ln>
        </ns0:spPr>
        <ns0:txBody>
          <ns1:bodyPr wrap="square" lIns="91440" tIns="68580" rIns="91440" bIns="68580"/>
          <ns1:lstStyle/>
          <ns1:p>
            <ns1:r>
              <ns1:rPr sz="1250"/>
              <ns1:t>分享</ns1:t>
            </ns1:r>
          </ns1:p>
        </ns0:txBody>
      </ns0:sp>
      <ns0:sp>
        <ns0:nvSpPr>
          <ns0:cNvPr id="11" name="element_291">
            <ns1:extLst>
              <ns1:ext uri="{FF2B5EF4-FFF2-40B4-BE49-F238E27FC236}">
                <ns2:creationId id="{ADA1868B-5E4B-48F3-AF55-346F085E0F20}"/>
              </ns1:ext>
            </ns1:extLst>
          </ns0:cNvPr>
          <ns0:cNvSpPr>
            <ns1:spLocks noGrp="1"/>
          </ns0:cNvSpPr>
          <ns0:nvPr/>
        </ns0:nvSpPr>
        <ns0:spPr>
          <ns1:xfrm>
            <ns1:off x="9670000" y="2120000"/>
            <ns1:ext cx="860000" cy="470000"/>
          </ns1:xfrm>
          <ns1:prstGeom prst="roundRect">
            <ns1:avLst/>
          </ns1:prstGeom>
          <ns1:solidFill>
            <ns1:srgbClr val="FFFDF7"/>
          </ns1:solidFill>
          <ns1:ln w="12700">
            <ns1:solidFill>
              <ns1:srgbClr val="A0642E"/>
            </ns1:solidFill>
          </ns1:ln>
        </ns0:spPr>
        <ns0:txBody>
          <ns1:bodyPr wrap="square" lIns="91440" tIns="68580" rIns="91440" bIns="68580"/>
          <ns1:lstStyle/>
          <ns1:p>
            <ns1:r>
              <ns1:rPr sz="1250"/>
              <ns1:t>结束</ns1:t>
            </ns1:r>
          </ns1:p>
        </ns0:txBody>
      </ns0:sp>
      <ns0:sp>
        <ns0:nvSpPr>
          <ns0:cNvPr id="12" name="element_318">
            <ns1:extLst>
              <ns1:ext uri="{FF2B5EF4-FFF2-40B4-BE49-F238E27FC236}">
                <ns2:creationId id="{94C9CA88-5249-4153-84F5-280E42297B07}"/>
              </ns1:ext>
            </ns1:extLst>
          </ns0:cNvPr>
          <ns0:cNvSpPr>
            <ns1:spLocks noGrp="1"/>
          </ns0:cNvSpPr>
          <ns0:nvPr/>
        </ns0:nvSpPr>
        <ns0:spPr>
          <ns1:xfrm>
            <ns1:off x="2070000" y="4160000"/>
            <ns1:ext cx="860000" cy="470000"/>
          </ns1:xfrm>
          <ns1:prstGeom prst="roundRect">
            <ns1:avLst/>
          </ns1:prstGeom>
          <ns1:solidFill>
            <ns1:srgbClr val="FFFDF7"/>
          </ns1:solidFill>
          <ns1:ln w="12700">
            <ns1:solidFill>
              <ns1:srgbClr val="3F6B4A"/>
            </ns1:solidFill>
          </ns1:ln>
        </ns0:spPr>
        <ns0:txBody>
          <ns1:bodyPr wrap="square" lIns="91440" tIns="68580" rIns="91440" bIns="68580"/>
          <ns1:lstStyle/>
          <ns1:p>
            <ns1:r>
              <ns1:rPr sz="1250"/>
              <ns1:t>到场</ns1:t>
            </ns1:r>
          </ns1:p>
        </ns0:txBody>
      </ns0:sp>
      <ns0:sp>
        <ns0:nvSpPr>
          <ns0:cNvPr id="13" name="element_345">
            <ns1:extLst>
              <ns1:ext uri="{FF2B5EF4-FFF2-40B4-BE49-F238E27FC236}">
                <ns2:creationId id="{262B889A-2F0A-43CC-9359-33EE359F5B80}"/>
              </ns1:ext>
            </ns1:extLst>
          </ns0:cNvPr>
          <ns0:cNvSpPr>
            <ns1:spLocks noGrp="1"/>
          </ns0:cNvSpPr>
          <ns0:nvPr/>
        </ns0:nvSpPr>
        <ns0:spPr>
          <ns1:xfrm>
            <ns1:off x="3870000" y="4160000"/>
            <ns1:ext cx="860000" cy="470000"/>
          </ns1:xfrm>
          <ns1:prstGeom prst="roundRect">
            <ns1:avLst/>
          </ns1:prstGeom>
          <ns1:solidFill>
            <ns1:srgbClr val="FFFDF7"/>
          </ns1:solidFill>
          <ns1:ln w="12700">
            <ns1:solidFill>
              <ns1:srgbClr val="3F6B4A"/>
            </ns1:solidFill>
          </ns1:ln>
        </ns0:spPr>
        <ns0:txBody>
          <ns1:bodyPr wrap="square" lIns="91440" tIns="68580" rIns="91440" bIns="68580"/>
          <ns1:lstStyle/>
          <ns1:p>
            <ns1:r>
              <ns1:rPr sz="1250"/>
              <ns1:t>交流</ns1:t>
            </ns1:r>
          </ns1:p>
        </ns0:txBody>
      </ns0:sp>
      <ns0:sp>
        <ns0:nvSpPr>
          <ns0:cNvPr id="14" name="element_372">
            <ns1:extLst>
              <ns1:ext uri="{FF2B5EF4-FFF2-40B4-BE49-F238E27FC236}">
                <ns2:creationId id="{37DAD78A-EBF8-419B-A51C-B15B597AD9F0}"/>
              </ns1:ext>
            </ns1:extLst>
          </ns0:cNvPr>
          <ns0:cNvSpPr>
            <ns1:spLocks noGrp="1"/>
          </ns0:cNvSpPr>
          <ns0:nvPr/>
        </ns0:nvSpPr>
        <ns0:spPr>
          <ns1:xfrm>
            <ns1:off x="6070000" y="4160000"/>
            <ns1:ext cx="860000" cy="470000"/>
          </ns1:xfrm>
          <ns1:prstGeom prst="roundRect">
            <ns1:avLst/>
          </ns1:prstGeom>
          <ns1:solidFill>
            <ns1:srgbClr val="FFFDF7"/>
          </ns1:solidFill>
          <ns1:ln w="12700">
            <ns1:solidFill>
              <ns1:srgbClr val="3F6B4A"/>
            </ns1:solidFill>
          </ns1:ln>
        </ns0:spPr>
        <ns0:txBody>
          <ns1:bodyPr wrap="square" lIns="91440" tIns="68580" rIns="91440" bIns="68580"/>
          <ns1:lstStyle/>
          <ns1:p>
            <ns1:r>
              <ns1:rPr sz="1250"/>
              <ns1:t>体验</ns1:t>
            </ns1:r>
          </ns1:p>
        </ns0:txBody>
      </ns0:sp>
      <ns0:sp>
        <ns0:nvSpPr>
          <ns0:cNvPr id="15" name="element_399">
            <ns1:extLst>
              <ns1:ext uri="{FF2B5EF4-FFF2-40B4-BE49-F238E27FC236}">
                <ns2:creationId id="{DBABE524-ACF1-46AC-A230-E463E9E5CE7C}"/>
              </ns1:ext>
            </ns1:extLst>
          </ns0:cNvPr>
          <ns0:cNvSpPr>
            <ns1:spLocks noGrp="1"/>
          </ns0:cNvSpPr>
          <ns0:nvPr/>
        </ns0:nvSpPr>
        <ns0:spPr>
          <ns1:xfrm>
            <ns1:off x="8070000" y="4160000"/>
            <ns1:ext cx="860000" cy="470000"/>
          </ns1:xfrm>
          <ns1:prstGeom prst="roundRect">
            <ns1:avLst/>
          </ns1:prstGeom>
          <ns1:solidFill>
            <ns1:srgbClr val="FFFDF7"/>
          </ns1:solidFill>
          <ns1:ln w="12700">
            <ns1:solidFill>
              <ns1:srgbClr val="3F6B4A"/>
            </ns1:solidFill>
          </ns1:ln>
        </ns0:spPr>
        <ns0:txBody>
          <ns1:bodyPr wrap="square" lIns="91440" tIns="68580" rIns="91440" bIns="68580"/>
          <ns1:lstStyle/>
          <ns1:p>
            <ns1:r>
              <ns1:rPr sz="1250"/>
              <ns1:t>分享</ns1:t>
            </ns1:r>
          </ns1:p>
        </ns0:txBody>
      </ns0:sp>
      <ns0:sp>
        <ns0:nvSpPr>
          <ns0:cNvPr id="16" name="element_426">
            <ns1:extLst>
              <ns1:ext uri="{FF2B5EF4-FFF2-40B4-BE49-F238E27FC236}">
                <ns2:creationId id="{71F4236A-0D6E-4BDE-9557-9571CE612EFB}"/>
              </ns1:ext>
            </ns1:extLst>
          </ns0:cNvPr>
          <ns0:cNvSpPr>
            <ns1:spLocks noGrp="1"/>
          </ns0:cNvSpPr>
          <ns0:nvPr/>
        </ns0:nvSpPr>
        <ns0:spPr>
          <ns1:xfrm>
            <ns1:off x="9670000" y="4160000"/>
            <ns1:ext cx="860000" cy="470000"/>
          </ns1:xfrm>
          <ns1:prstGeom prst="roundRect">
            <ns1:avLst/>
          </ns1:prstGeom>
          <ns1:solidFill>
            <ns1:srgbClr val="FFFDF7"/>
          </ns1:solidFill>
          <ns1:ln w="12700">
            <ns1:solidFill>
              <ns1:srgbClr val="3F6B4A"/>
            </ns1:solidFill>
          </ns1:ln>
        </ns0:spPr>
        <ns0:txBody>
          <ns1:bodyPr wrap="square" lIns="91440" tIns="68580" rIns="91440" bIns="68580"/>
          <ns1:lstStyle/>
          <ns1:p>
            <ns1:r>
              <ns1:rPr sz="1250"/>
              <ns1:t>结束</ns1:t>
            </ns1:r>
          </ns1:p>
        </ns0:txBody>
      </ns0:sp>
      <ns0:sp>
        <ns0:nvSpPr>
          <ns0:cNvPr id="40" name="element_453">
            <ns1:extLst>
              <ns1:ext uri="{FF2B5EF4-FFF2-40B4-BE49-F238E27FC236}">
                <ns2:creationId id="{A2E5BC90-E5A3-497C-A343-9D6F64030158}"/>
              </ns1:ext>
            </ns1:extLst>
          </ns0:cNvPr>
          <ns0:cNvSpPr>
            <ns1:spLocks noGrp="1"/>
          </ns0:cNvSpPr>
          <ns0:nvPr/>
        </ns0:nvSpPr>
        <ns0:spPr>
          <ns1:xfrm>
            <ns1:off x="1580000" y="5400000"/>
            <ns1:ext cx="9000000" cy="650000"/>
          </ns1:xfrm>
          <ns1:prstGeom prst="roundRect">
            <ns1:avLst/>
          </ns1:prstGeom>
          <ns1:solidFill>
            <ns1:srgbClr val="F4F2EC"/>
          </ns1:solidFill>
          <ns1:ln w="12700">
            <ns1:solidFill>
              <ns1:srgbClr val="D9D4C8"/>
            </ns1:solidFill>
          </ns1:ln>
        </ns0:spPr>
        <ns0:txBody>
          <ns1:bodyPr wrap="square" lIns="91440" tIns="68580" rIns="91440" bIns="68580"/>
          <ns1:lstStyle/>
          <ns1:p>
            <ns1:r>
              <ns1:rPr sz="1450"/>
              <ns1:t>活动进程示意</ns1:t>
            </ns1:r>
          </ns1:p>
        </ns0:txBody>
      </ns0:sp>
      <ns0:sp>
        <ns0:nvSpPr>
          <ns0:cNvPr id="90" name="element_480">
            <ns1:extLst>
              <ns1:ext uri="{FF2B5EF4-FFF2-40B4-BE49-F238E27FC236}">
                <ns2:creationId id="{E163EFCE-BFCC-47E3-93C2-35D49539FB63}"/>
              </ns1:ext>
            </ns1:extLst>
          </ns0:cNvPr>
          <ns0:cNvSpPr>
            <ns1:spLocks noGrp="1"/>
          </ns0:cNvSpPr>
          <ns0:nvPr/>
        </ns0:nvSpPr>
        <ns0:spPr>
          <ns1:xfrm>
            <ns1:off x="610000" y="6480000"/>
            <ns1:ext cx="10900000" cy="26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91440" tIns="68580" rIns="91440" bIns="68580"/>
          <ns1:lstStyle/>
          <ns1:p>
            <ns1:r>
              <ns1:rPr sz="1150"/>
              <ns1:t>XX社区中心  2024秋季  4 / 8</ns1:t>
            </ns1:r>
          </ns1:p>
        </ns0:txBody>
      </ns0:sp>
    </ns0:spTree>
    <ns0:extLst>
      <ns0:ext uri="{BB962C8B-B14F-4D97-AF65-F5344CB8AC3E}">
        <ns3:creationId val="1920535894"/>
      </ns0:ext>
    </ns0:extLst>
  </ns0:cSld>
</ns0:sld>
</file>

<file path=ppt/slides/slide5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element_4"/>
        <ns0:cNvGrpSpPr/>
        <ns0:nvPr/>
      </ns0:nvGrpSpPr>
      <ns0:grpSpPr>
        <ns1:xfrm/>
      </ns0:grpSpPr>
      <ns0:sp>
        <ns0:nvSpPr>
          <ns0:cNvPr id="2" name="element_11">
            <ns1:extLst>
              <ns1:ext uri="{FF2B5EF4-FFF2-40B4-BE49-F238E27FC236}">
                <ns2:creationId id="{BA4291A2-C06F-4EA3-B8C8-92340AF65D3B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FFFDF7"/>
          </ns1:solidFill>
          <ns1:ln>
            <ns1:noFill/>
          </ns1:ln>
        </ns0:spPr>
        <ns0:txBody>
          <ns1:bodyPr wrap="square" lIns="91440" tIns="68580" rIns="91440" bIns="68580"/>
          <ns1:lstStyle/>
          <ns1:p>
            <ns1:r>
              <ns1:rPr sz="2200"/>
              <ns1:t/>
            </ns1:r>
          </ns1:p>
        </ns0:txBody>
      </ns0:sp>
      <ns0:sp>
        <ns0:nvSpPr>
          <ns0:cNvPr id="3" name="element_37">
            <ns1:extLst>
              <ns1:ext uri="{FF2B5EF4-FFF2-40B4-BE49-F238E27FC236}">
                <ns2:creationId id="{532BEE4C-8497-4B5A-8E1B-2BCE1C4FBDC9}"/>
              </ns1:ext>
            </ns1:extLst>
          </ns0:cNvPr>
          <ns0:cNvSpPr>
            <ns1:spLocks noGrp="1"/>
          </ns0:cNvSpPr>
          <ns0:nvPr/>
        </ns0:nvSpPr>
        <ns0:spPr>
          <ns1:xfrm>
            <ns1:off x="580000" y="320000"/>
            <ns1:ext cx="6400000" cy="520000"/>
          </ns1:xfrm>
          <ns1:prstGeom prst="roundRect">
            <ns1:avLst/>
          </ns1:prstGeom>
          <ns1:solidFill>
            <ns1:srgbClr val="FFF8E7"/>
          </ns1:solidFill>
          <ns1:ln w="12700">
            <ns1:solidFill>
              <ns1:srgbClr val="35523F"/>
            </ns1:solidFill>
          </ns1:ln>
        </ns0:spPr>
        <ns0:txBody>
          <ns1:bodyPr wrap="square" lIns="91440" tIns="68580" rIns="91440" bIns="68580"/>
          <ns1:lstStyle/>
          <ns1:p>
            <ns1:r>
              <ns1:rPr sz="2300" b="1"/>
              <ns1:t>项目记录</ns1:t>
            </ns1:r>
          </ns1:p>
        </ns0:txBody>
      </ns0:sp>
      <ns0:sp>
        <ns0:nvSpPr>
          <ns0:cNvPr id="4" name="element_64">
            <ns1:extLst>
              <ns1:ext uri="{FF2B5EF4-FFF2-40B4-BE49-F238E27FC236}">
                <ns2:creationId id="{C6BC156E-27D4-404C-B19E-6352CC423C42}"/>
              </ns1:ext>
            </ns1:extLst>
          </ns0:cNvPr>
          <ns0:cNvSpPr>
            <ns1:spLocks noGrp="1"/>
          </ns0:cNvSpPr>
          <ns0:nvPr/>
        </ns0:nvSpPr>
        <ns0:spPr>
          <ns1:xfrm>
            <ns1:off x="7160000" y="300000"/>
            <ns1:ext cx="4100000" cy="720000"/>
          </ns1:xfrm>
          <ns1:prstGeom prst="roundRect">
            <ns1:avLst/>
          </ns1:prstGeom>
          <ns1:solidFill>
            <ns1:srgbClr val="F4F2EC"/>
          </ns1:solidFill>
          <ns1:ln w="12700">
            <ns1:solidFill>
              <ns1:srgbClr val="D9D4C8"/>
            </ns1:solidFill>
          </ns1:ln>
        </ns0:spPr>
        <ns0:txBody>
          <ns1:bodyPr wrap="square" lIns="91440" tIns="68580" rIns="91440" bIns="68580"/>
          <ns1:lstStyle/>
          <ns1:p>
            <ns1:r>
              <ns1:rPr sz="1400"/>
              <ns1:t>本月项目概况</ns1:t>
            </ns1:r>
          </ns1:p>
        </ns0:txBody>
      </ns0:sp>
      <ns0:graphicFrame>
        <ns0:nvGraphicFramePr>
          <ns0:cNvPr id="5" name="element_91">
            <ns1:extLst>
              <ns1:ext uri="{FF2B5EF4-FFF2-40B4-BE49-F238E27FC236}">
                <ns2:creationId id="{B19BF701-D930-4897-837C-7B613EC87AB3}"/>
              </ns1:ext>
            </ns1:extLst>
          </ns0:cNvPr>
          <ns0:cNvGraphicFramePr/>
          <ns0:nvPr/>
        </ns0:nvGraphicFramePr>
        <ns0:xfrm>
          <ns1:off x="720000" y="1380000"/>
          <ns1:ext cx="8700000" cy="3820000"/>
        </ns0:xfrm>
        <ns1:graphic>
          <ns1:graphicData uri="http://schemas.openxmlformats.org/drawingml/2006/table">
            <ns1:tbl>
              <ns1:tblPr firstRow="1" bandRow="1">
                <ns1:tableStyleId>{5C22544A-7EE6-4342-B048-85BDC9FD1C3A}</ns1:tableStyleId>
              </ns1:tblPr>
              <ns1:tblGrid>
                <ns1:gridCol w="2175000"/>
                <ns1:gridCol w="2175000"/>
                <ns1:gridCol w="2175000"/>
                <ns1:gridCol w="2175000"/>
              </ns1:tblGrid>
              <ns1:tr h="764000">
                <ns1:tc>
                  <ns1:txBody>
                    <ns1:bodyPr wrap="square"/>
                    <ns1:lstStyle/>
                    <ns1:p>
                      <ns1:r>
                        <ns1:rPr sz="1450" b="1">
                          <ns1:solidFill>
                            <ns1:srgbClr val="FFFFFF"/>
                          </ns1:solidFill>
                        </ns1:rPr>
                        <ns1:t>项目</ns1:t>
                      </ns1:r>
                    </ns1:p>
                  </ns1:txBody>
                  <ns1:tcPr marL="45720" marR="45720" marT="45720" marB="45720">
                    <ns1:lnL w="6350">
                      <ns1:solidFill>
                        <ns1:srgbClr val="D9D4C8"/>
                      </ns1:solidFill>
                    </ns1:lnL>
                    <ns1:lnR w="6350">
                      <ns1:solidFill>
                        <ns1:srgbClr val="D9D4C8"/>
                      </ns1:solidFill>
                    </ns1:lnR>
                    <ns1:lnT w="6350">
                      <ns1:solidFill>
                        <ns1:srgbClr val="D9D4C8"/>
                      </ns1:solidFill>
                    </ns1:lnT>
                    <ns1:lnB w="6350">
                      <ns1:solidFill>
                        <ns1:srgbClr val="D9D4C8"/>
                      </ns1:solidFill>
                    </ns1:lnB>
                    <ns1:solidFill>
                      <ns1:srgbClr val="35523F"/>
                    </ns1:solidFill>
                  </ns1:tcPr>
                </ns1:tc>
                <ns1:tc>
                  <ns1:txBody>
                    <ns1:bodyPr wrap="square"/>
                    <ns1:lstStyle/>
                    <ns1:p>
                      <ns1:r>
                        <ns1:rPr sz="1450" b="1">
                          <ns1:solidFill>
                            <ns1:srgbClr val="FFFFFF"/>
                          </ns1:solidFill>
                        </ns1:rPr>
                        <ns1:t>地点</ns1:t>
                      </ns1:r>
                    </ns1:p>
                  </ns1:txBody>
                  <ns1:tcPr marL="45720" marR="45720" marT="45720" marB="45720">
                    <ns1:lnL w="6350">
                      <ns1:solidFill>
                        <ns1:srgbClr val="D9D4C8"/>
                      </ns1:solidFill>
                    </ns1:lnL>
                    <ns1:lnR w="6350">
                      <ns1:solidFill>
                        <ns1:srgbClr val="D9D4C8"/>
                      </ns1:solidFill>
                    </ns1:lnR>
                    <ns1:lnT w="6350">
                      <ns1:solidFill>
                        <ns1:srgbClr val="D9D4C8"/>
                      </ns1:solidFill>
                    </ns1:lnT>
                    <ns1:lnB w="6350">
                      <ns1:solidFill>
                        <ns1:srgbClr val="D9D4C8"/>
                      </ns1:solidFill>
                    </ns1:lnB>
                    <ns1:solidFill>
                      <ns1:srgbClr val="35523F"/>
                    </ns1:solidFill>
                  </ns1:tcPr>
                </ns1:tc>
                <ns1:tc>
                  <ns1:txBody>
                    <ns1:bodyPr wrap="square"/>
                    <ns1:lstStyle/>
                    <ns1:p>
                      <ns1:r>
                        <ns1:rPr sz="1450" b="1">
                          <ns1:solidFill>
                            <ns1:srgbClr val="FFFFFF"/>
                          </ns1:solidFill>
                        </ns1:rPr>
                        <ns1:t>周期</ns1:t>
                      </ns1:r>
                    </ns1:p>
                  </ns1:txBody>
                  <ns1:tcPr marL="45720" marR="45720" marT="45720" marB="45720">
                    <ns1:lnL w="6350">
                      <ns1:solidFill>
                        <ns1:srgbClr val="D9D4C8"/>
                      </ns1:solidFill>
                    </ns1:lnL>
                    <ns1:lnR w="6350">
                      <ns1:solidFill>
                        <ns1:srgbClr val="D9D4C8"/>
                      </ns1:solidFill>
                    </ns1:lnR>
                    <ns1:lnT w="6350">
                      <ns1:solidFill>
                        <ns1:srgbClr val="D9D4C8"/>
                      </ns1:solidFill>
                    </ns1:lnT>
                    <ns1:lnB w="6350">
                      <ns1:solidFill>
                        <ns1:srgbClr val="D9D4C8"/>
                      </ns1:solidFill>
                    </ns1:lnB>
                    <ns1:solidFill>
                      <ns1:srgbClr val="35523F"/>
                    </ns1:solidFill>
                  </ns1:tcPr>
                </ns1:tc>
                <ns1:tc>
                  <ns1:txBody>
                    <ns1:bodyPr wrap="square"/>
                    <ns1:lstStyle/>
                    <ns1:p>
                      <ns1:r>
                        <ns1:rPr sz="1450" b="1">
                          <ns1:solidFill>
                            <ns1:srgbClr val="FFFFFF"/>
                          </ns1:solidFill>
                        </ns1:rPr>
                        <ns1:t>状态</ns1:t>
                      </ns1:r>
                    </ns1:p>
                  </ns1:txBody>
                  <ns1:tcPr marL="45720" marR="45720" marT="45720" marB="45720">
                    <ns1:lnL w="6350">
                      <ns1:solidFill>
                        <ns1:srgbClr val="D9D4C8"/>
                      </ns1:solidFill>
                    </ns1:lnL>
                    <ns1:lnR w="6350">
                      <ns1:solidFill>
                        <ns1:srgbClr val="D9D4C8"/>
                      </ns1:solidFill>
                    </ns1:lnR>
                    <ns1:lnT w="6350">
                      <ns1:solidFill>
                        <ns1:srgbClr val="D9D4C8"/>
                      </ns1:solidFill>
                    </ns1:lnT>
                    <ns1:lnB w="6350">
                      <ns1:solidFill>
                        <ns1:srgbClr val="D9D4C8"/>
                      </ns1:solidFill>
                    </ns1:lnB>
                    <ns1:solidFill>
                      <ns1:srgbClr val="35523F"/>
                    </ns1:solidFill>
                  </ns1:tcPr>
                </ns1:tc>
              </ns1:tr>
              <ns1:tr h="764000">
                <ns1:tc>
                  <ns1:txBody>
                    <ns1:bodyPr wrap="square"/>
                    <ns1:lstStyle/>
                    <ns1:p>
                      <ns1:r>
                        <ns1:rPr sz="1450"/>
                        <ns1:t>花园观察</ns1:t>
                      </ns1:r>
                    </ns1:p>
                  </ns1:txBody>
                  <ns1:tcPr marL="45720" marR="45720" marT="45720" marB="45720">
                    <ns1:lnL w="6350">
                      <ns1:solidFill>
                        <ns1:srgbClr val="D9D4C8"/>
                      </ns1:solidFill>
                    </ns1:lnL>
                    <ns1:lnR w="6350">
                      <ns1:solidFill>
                        <ns1:srgbClr val="D9D4C8"/>
                      </ns1:solidFill>
                    </ns1:lnR>
                    <ns1:lnT w="6350">
                      <ns1:solidFill>
                        <ns1:srgbClr val="D9D4C8"/>
                      </ns1:solidFill>
                    </ns1:lnT>
                    <ns1:lnB w="6350">
                      <ns1:solidFill>
                        <ns1:srgbClr val="D9D4C8"/>
                      </ns1:solidFill>
                    </ns1:lnB>
                    <ns1:solidFill>
                      <ns1:srgbClr val="FFFDF7"/>
                    </ns1:solidFill>
                  </ns1:tcPr>
                </ns1:tc>
                <ns1:tc>
                  <ns1:txBody>
                    <ns1:bodyPr wrap="square"/>
                    <ns1:lstStyle/>
                    <ns1:p>
                      <ns1:r>
                        <ns1:rPr sz="1450"/>
                        <ns1:t>庭院</ns1:t>
                      </ns1:r>
                    </ns1:p>
                  </ns1:txBody>
                  <ns1:tcPr marL="45720" marR="45720" marT="45720" marB="45720">
                    <ns1:lnL w="6350">
                      <ns1:solidFill>
                        <ns1:srgbClr val="D9D4C8"/>
                      </ns1:solidFill>
                    </ns1:lnL>
                    <ns1:lnR w="6350">
                      <ns1:solidFill>
                        <ns1:srgbClr val="D9D4C8"/>
                      </ns1:solidFill>
                    </ns1:lnR>
                    <ns1:lnT w="6350">
                      <ns1:solidFill>
                        <ns1:srgbClr val="D9D4C8"/>
                      </ns1:solidFill>
                    </ns1:lnT>
                    <ns1:lnB w="6350">
                      <ns1:solidFill>
                        <ns1:srgbClr val="D9D4C8"/>
                      </ns1:solidFill>
                    </ns1:lnB>
                    <ns1:solidFill>
                      <ns1:srgbClr val="FFFDF7"/>
                    </ns1:solidFill>
                  </ns1:tcPr>
                </ns1:tc>
                <ns1:tc>
                  <ns1:txBody>
                    <ns1:bodyPr wrap="square"/>
                    <ns1:lstStyle/>
                    <ns1:p>
                      <ns1:r>
                        <ns1:rPr sz="1450"/>
                        <ns1:t>每月</ns1:t>
                      </ns1:r>
                    </ns1:p>
                  </ns1:txBody>
                  <ns1:tcPr marL="45720" marR="45720" marT="45720" marB="45720">
                    <ns1:lnL w="6350">
                      <ns1:solidFill>
                        <ns1:srgbClr val="D9D4C8"/>
                      </ns1:solidFill>
                    </ns1:lnL>
                    <ns1:lnR w="6350">
                      <ns1:solidFill>
                        <ns1:srgbClr val="D9D4C8"/>
                      </ns1:solidFill>
                    </ns1:lnR>
                    <ns1:lnT w="6350">
                      <ns1:solidFill>
                        <ns1:srgbClr val="D9D4C8"/>
                      </ns1:solidFill>
                    </ns1:lnT>
                    <ns1:lnB w="6350">
                      <ns1:solidFill>
                        <ns1:srgbClr val="D9D4C8"/>
                      </ns1:solidFill>
                    </ns1:lnB>
                    <ns1:solidFill>
                      <ns1:srgbClr val="FFFDF7"/>
                    </ns1:solidFill>
                  </ns1:tcPr>
                </ns1:tc>
                <ns1:tc>
                  <ns1:txBody>
                    <ns1:bodyPr wrap="square"/>
                    <ns1:lstStyle/>
                    <ns1:p>
                      <ns1:r>
                        <ns1:rPr sz="1450"/>
                        <ns1:t>进行中</ns1:t>
                      </ns1:r>
                    </ns1:p>
                  </ns1:txBody>
                  <ns1:tcPr marL="45720" marR="45720" marT="45720" marB="45720">
                    <ns1:lnL w="6350">
                      <ns1:solidFill>
                        <ns1:srgbClr val="D9D4C8"/>
                      </ns1:solidFill>
                    </ns1:lnL>
                    <ns1:lnR w="6350">
                      <ns1:solidFill>
                        <ns1:srgbClr val="D9D4C8"/>
                      </ns1:solidFill>
                    </ns1:lnR>
                    <ns1:lnT w="6350">
                      <ns1:solidFill>
                        <ns1:srgbClr val="D9D4C8"/>
                      </ns1:solidFill>
                    </ns1:lnT>
                    <ns1:lnB w="6350">
                      <ns1:solidFill>
                        <ns1:srgbClr val="D9D4C8"/>
                      </ns1:solidFill>
                    </ns1:lnB>
                    <ns1:solidFill>
                      <ns1:srgbClr val="FCE7DD"/>
                    </ns1:solidFill>
                  </ns1:tcPr>
                </ns1:tc>
              </ns1:tr>
              <ns1:tr h="764000">
                <ns1:tc>
                  <ns1:txBody>
                    <ns1:bodyPr wrap="square"/>
                    <ns1:lstStyle/>
                    <ns1:p>
                      <ns1:r>
                        <ns1:rPr sz="1450"/>
                        <ns1:t>阅读分享</ns1:t>
                      </ns1:r>
                    </ns1:p>
                  </ns1:txBody>
                  <ns1:tcPr marL="45720" marR="45720" marT="45720" marB="45720">
                    <ns1:lnL w="6350">
                      <ns1:solidFill>
                        <ns1:srgbClr val="D9D4C8"/>
                      </ns1:solidFill>
                    </ns1:lnL>
                    <ns1:lnR w="6350">
                      <ns1:solidFill>
                        <ns1:srgbClr val="D9D4C8"/>
                      </ns1:solidFill>
                    </ns1:lnR>
                    <ns1:lnT w="6350">
                      <ns1:solidFill>
                        <ns1:srgbClr val="D9D4C8"/>
                      </ns1:solidFill>
                    </ns1:lnT>
                    <ns1:lnB w="6350">
                      <ns1:solidFill>
                        <ns1:srgbClr val="D9D4C8"/>
                      </ns1:solidFill>
                    </ns1:lnB>
                    <ns1:solidFill>
                      <ns1:srgbClr val="FFFDF7"/>
                    </ns1:solidFill>
                  </ns1:tcPr>
                </ns1:tc>
                <ns1:tc>
                  <ns1:txBody>
                    <ns1:bodyPr wrap="square"/>
                    <ns1:lstStyle/>
                    <ns1:p>
                      <ns1:r>
                        <ns1:rPr sz="1450"/>
                        <ns1:t>阅读角</ns1:t>
                      </ns1:r>
                    </ns1:p>
                  </ns1:txBody>
                  <ns1:tcPr marL="45720" marR="45720" marT="45720" marB="45720">
                    <ns1:lnL w="6350">
                      <ns1:solidFill>
                        <ns1:srgbClr val="D9D4C8"/>
                      </ns1:solidFill>
                    </ns1:lnL>
                    <ns1:lnR w="6350">
                      <ns1:solidFill>
                        <ns1:srgbClr val="D9D4C8"/>
                      </ns1:solidFill>
                    </ns1:lnR>
                    <ns1:lnT w="6350">
                      <ns1:solidFill>
                        <ns1:srgbClr val="D9D4C8"/>
                      </ns1:solidFill>
                    </ns1:lnT>
                    <ns1:lnB w="6350">
                      <ns1:solidFill>
                        <ns1:srgbClr val="D9D4C8"/>
                      </ns1:solidFill>
                    </ns1:lnB>
                    <ns1:solidFill>
                      <ns1:srgbClr val="FFFDF7"/>
                    </ns1:solidFill>
                  </ns1:tcPr>
                </ns1:tc>
                <ns1:tc>
                  <ns1:txBody>
                    <ns1:bodyPr wrap="square"/>
                    <ns1:lstStyle/>
                    <ns1:p>
                      <ns1:r>
                        <ns1:rPr sz="1450"/>
                        <ns1:t>每周</ns1:t>
                      </ns1:r>
                    </ns1:p>
                  </ns1:txBody>
                  <ns1:tcPr marL="45720" marR="45720" marT="45720" marB="45720">
                    <ns1:lnL w="6350">
                      <ns1:solidFill>
                        <ns1:srgbClr val="D9D4C8"/>
                      </ns1:solidFill>
                    </ns1:lnL>
                    <ns1:lnR w="6350">
                      <ns1:solidFill>
                        <ns1:srgbClr val="D9D4C8"/>
                      </ns1:solidFill>
                    </ns1:lnR>
                    <ns1:lnT w="6350">
                      <ns1:solidFill>
                        <ns1:srgbClr val="D9D4C8"/>
                      </ns1:solidFill>
                    </ns1:lnT>
                    <ns1:lnB w="6350">
                      <ns1:solidFill>
                        <ns1:srgbClr val="D9D4C8"/>
                      </ns1:solidFill>
                    </ns1:lnB>
                    <ns1:solidFill>
                      <ns1:srgbClr val="FFFDF7"/>
                    </ns1:solidFill>
                  </ns1:tcPr>
                </ns1:tc>
                <ns1:tc>
                  <ns1:txBody>
                    <ns1:bodyPr wrap="square"/>
                    <ns1:lstStyle/>
                    <ns1:p>
                      <ns1:r>
                        <ns1:rPr sz="1450"/>
                        <ns1:t>进行中</ns1:t>
                      </ns1:r>
                    </ns1:p>
                  </ns1:txBody>
                  <ns1:tcPr marL="45720" marR="45720" marT="45720" marB="45720">
                    <ns1:lnL w="6350">
                      <ns1:solidFill>
                        <ns1:srgbClr val="D9D4C8"/>
                      </ns1:solidFill>
                    </ns1:lnL>
                    <ns1:lnR w="6350">
                      <ns1:solidFill>
                        <ns1:srgbClr val="D9D4C8"/>
                      </ns1:solidFill>
                    </ns1:lnR>
                    <ns1:lnT w="6350">
                      <ns1:solidFill>
                        <ns1:srgbClr val="D9D4C8"/>
                      </ns1:solidFill>
                    </ns1:lnT>
                    <ns1:lnB w="6350">
                      <ns1:solidFill>
                        <ns1:srgbClr val="D9D4C8"/>
                      </ns1:solidFill>
                    </ns1:lnB>
                    <ns1:solidFill>
                      <ns1:srgbClr val="FCE7DD"/>
                    </ns1:solidFill>
                  </ns1:tcPr>
                </ns1:tc>
              </ns1:tr>
              <ns1:tr h="764000">
                <ns1:tc>
                  <ns1:txBody>
                    <ns1:bodyPr wrap="square"/>
                    <ns1:lstStyle/>
                    <ns1:p>
                      <ns1:r>
                        <ns1:rPr sz="1450"/>
                        <ns1:t>手作交流</ns1:t>
                      </ns1:r>
                    </ns1:p>
                  </ns1:txBody>
                  <ns1:tcPr marL="45720" marR="45720" marT="45720" marB="45720">
                    <ns1:lnL w="6350">
                      <ns1:solidFill>
                        <ns1:srgbClr val="D9D4C8"/>
                      </ns1:solidFill>
                    </ns1:lnL>
                    <ns1:lnR w="6350">
                      <ns1:solidFill>
                        <ns1:srgbClr val="D9D4C8"/>
                      </ns1:solidFill>
                    </ns1:lnR>
                    <ns1:lnT w="6350">
                      <ns1:solidFill>
                        <ns1:srgbClr val="D9D4C8"/>
                      </ns1:solidFill>
                    </ns1:lnT>
                    <ns1:lnB w="6350">
                      <ns1:solidFill>
                        <ns1:srgbClr val="D9D4C8"/>
                      </ns1:solidFill>
                    </ns1:lnB>
                    <ns1:solidFill>
                      <ns1:srgbClr val="FFFDF7"/>
                    </ns1:solidFill>
                  </ns1:tcPr>
                </ns1:tc>
                <ns1:tc>
                  <ns1:txBody>
                    <ns1:bodyPr wrap="square"/>
                    <ns1:lstStyle/>
                    <ns1:p>
                      <ns1:r>
                        <ns1:rPr sz="1450"/>
                        <ns1:t>活动室</ns1:t>
                      </ns1:r>
                    </ns1:p>
                  </ns1:txBody>
                  <ns1:tcPr marL="45720" marR="45720" marT="45720" marB="45720">
                    <ns1:lnL w="6350">
                      <ns1:solidFill>
                        <ns1:srgbClr val="D9D4C8"/>
                      </ns1:solidFill>
                    </ns1:lnL>
                    <ns1:lnR w="6350">
                      <ns1:solidFill>
                        <ns1:srgbClr val="D9D4C8"/>
                      </ns1:solidFill>
                    </ns1:lnR>
                    <ns1:lnT w="6350">
                      <ns1:solidFill>
                        <ns1:srgbClr val="D9D4C8"/>
                      </ns1:solidFill>
                    </ns1:lnT>
                    <ns1:lnB w="6350">
                      <ns1:solidFill>
                        <ns1:srgbClr val="D9D4C8"/>
                      </ns1:solidFill>
                    </ns1:lnB>
                    <ns1:solidFill>
                      <ns1:srgbClr val="FFFDF7"/>
                    </ns1:solidFill>
                  </ns1:tcPr>
                </ns1:tc>
                <ns1:tc>
                  <ns1:txBody>
                    <ns1:bodyPr wrap="square"/>
                    <ns1:lstStyle/>
                    <ns1:p>
                      <ns1:r>
                        <ns1:rPr sz="1450"/>
                        <ns1:t>每月</ns1:t>
                      </ns1:r>
                    </ns1:p>
                  </ns1:txBody>
                  <ns1:tcPr marL="45720" marR="45720" marT="45720" marB="45720">
                    <ns1:lnL w="6350">
                      <ns1:solidFill>
                        <ns1:srgbClr val="D9D4C8"/>
                      </ns1:solidFill>
                    </ns1:lnL>
                    <ns1:lnR w="6350">
                      <ns1:solidFill>
                        <ns1:srgbClr val="D9D4C8"/>
                      </ns1:solidFill>
                    </ns1:lnR>
                    <ns1:lnT w="6350">
                      <ns1:solidFill>
                        <ns1:srgbClr val="D9D4C8"/>
                      </ns1:solidFill>
                    </ns1:lnT>
                    <ns1:lnB w="6350">
                      <ns1:solidFill>
                        <ns1:srgbClr val="D9D4C8"/>
                      </ns1:solidFill>
                    </ns1:lnB>
                    <ns1:solidFill>
                      <ns1:srgbClr val="FFFDF7"/>
                    </ns1:solidFill>
                  </ns1:tcPr>
                </ns1:tc>
                <ns1:tc>
                  <ns1:txBody>
                    <ns1:bodyPr wrap="square"/>
                    <ns1:lstStyle/>
                    <ns1:p>
                      <ns1:r>
                        <ns1:rPr sz="1450"/>
                        <ns1:t>筹备中</ns1:t>
                      </ns1:r>
                    </ns1:p>
                  </ns1:txBody>
                  <ns1:tcPr marL="45720" marR="45720" marT="45720" marB="45720">
                    <ns1:lnL w="6350">
                      <ns1:solidFill>
                        <ns1:srgbClr val="D9D4C8"/>
                      </ns1:solidFill>
                    </ns1:lnL>
                    <ns1:lnR w="6350">
                      <ns1:solidFill>
                        <ns1:srgbClr val="D9D4C8"/>
                      </ns1:solidFill>
                    </ns1:lnR>
                    <ns1:lnT w="6350">
                      <ns1:solidFill>
                        <ns1:srgbClr val="D9D4C8"/>
                      </ns1:solidFill>
                    </ns1:lnT>
                    <ns1:lnB w="6350">
                      <ns1:solidFill>
                        <ns1:srgbClr val="D9D4C8"/>
                      </ns1:solidFill>
                    </ns1:lnB>
                    <ns1:solidFill>
                      <ns1:srgbClr val="FCE7DD"/>
                    </ns1:solidFill>
                  </ns1:tcPr>
                </ns1:tc>
              </ns1:tr>
              <ns1:tr h="764000">
                <ns1:tc>
                  <ns1:txBody>
                    <ns1:bodyPr wrap="square"/>
                    <ns1:lstStyle/>
                    <ns1:p>
                      <ns1:r>
                        <ns1:rPr sz="1450"/>
                        <ns1:t>邻里故事</ns1:t>
                      </ns1:r>
                    </ns1:p>
                  </ns1:txBody>
                  <ns1:tcPr marL="45720" marR="45720" marT="45720" marB="45720">
                    <ns1:lnL w="6350">
                      <ns1:solidFill>
                        <ns1:srgbClr val="D9D4C8"/>
                      </ns1:solidFill>
                    </ns1:lnL>
                    <ns1:lnR w="6350">
                      <ns1:solidFill>
                        <ns1:srgbClr val="D9D4C8"/>
                      </ns1:solidFill>
                    </ns1:lnR>
                    <ns1:lnT w="6350">
                      <ns1:solidFill>
                        <ns1:srgbClr val="D9D4C8"/>
                      </ns1:solidFill>
                    </ns1:lnT>
                    <ns1:lnB w="6350">
                      <ns1:solidFill>
                        <ns1:srgbClr val="D9D4C8"/>
                      </ns1:solidFill>
                    </ns1:lnB>
                    <ns1:solidFill>
                      <ns1:srgbClr val="FFFDF7"/>
                    </ns1:solidFill>
                  </ns1:tcPr>
                </ns1:tc>
                <ns1:tc>
                  <ns1:txBody>
                    <ns1:bodyPr wrap="square"/>
                    <ns1:lstStyle/>
                    <ns1:p>
                      <ns1:r>
                        <ns1:rPr sz="1450"/>
                        <ns1:t>社区中心</ns1:t>
                      </ns1:r>
                    </ns1:p>
                  </ns1:txBody>
                  <ns1:tcPr marL="45720" marR="45720" marT="45720" marB="45720">
                    <ns1:lnL w="6350">
                      <ns1:solidFill>
                        <ns1:srgbClr val="D9D4C8"/>
                      </ns1:solidFill>
                    </ns1:lnL>
                    <ns1:lnR w="6350">
                      <ns1:solidFill>
                        <ns1:srgbClr val="D9D4C8"/>
                      </ns1:solidFill>
                    </ns1:lnR>
                    <ns1:lnT w="6350">
                      <ns1:solidFill>
                        <ns1:srgbClr val="D9D4C8"/>
                      </ns1:solidFill>
                    </ns1:lnT>
                    <ns1:lnB w="6350">
                      <ns1:solidFill>
                        <ns1:srgbClr val="D9D4C8"/>
                      </ns1:solidFill>
                    </ns1:lnB>
                    <ns1:solidFill>
                      <ns1:srgbClr val="FFFDF7"/>
                    </ns1:solidFill>
                  </ns1:tcPr>
                </ns1:tc>
                <ns1:tc>
                  <ns1:txBody>
                    <ns1:bodyPr wrap="square"/>
                    <ns1:lstStyle/>
                    <ns1:p>
                      <ns1:r>
                        <ns1:rPr sz="1450"/>
                        <ns1:t>每季</ns1:t>
                      </ns1:r>
                    </ns1:p>
                  </ns1:txBody>
                  <ns1:tcPr marL="45720" marR="45720" marT="45720" marB="45720">
                    <ns1:lnL w="6350">
                      <ns1:solidFill>
                        <ns1:srgbClr val="D9D4C8"/>
                      </ns1:solidFill>
                    </ns1:lnL>
                    <ns1:lnR w="6350">
                      <ns1:solidFill>
                        <ns1:srgbClr val="D9D4C8"/>
                      </ns1:solidFill>
                    </ns1:lnR>
                    <ns1:lnT w="6350">
                      <ns1:solidFill>
                        <ns1:srgbClr val="D9D4C8"/>
                      </ns1:solidFill>
                    </ns1:lnT>
                    <ns1:lnB w="6350">
                      <ns1:solidFill>
                        <ns1:srgbClr val="D9D4C8"/>
                      </ns1:solidFill>
                    </ns1:lnB>
                    <ns1:solidFill>
                      <ns1:srgbClr val="FFFDF7"/>
                    </ns1:solidFill>
                  </ns1:tcPr>
                </ns1:tc>
                <ns1:tc>
                  <ns1:txBody>
                    <ns1:bodyPr wrap="square"/>
                    <ns1:lstStyle/>
                    <ns1:p>
                      <ns1:r>
                        <ns1:rPr sz="1450"/>
                        <ns1:t>待安排</ns1:t>
                      </ns1:r>
                    </ns1:p>
                  </ns1:txBody>
                  <ns1:tcPr marL="45720" marR="45720" marT="45720" marB="45720">
                    <ns1:lnL w="6350">
                      <ns1:solidFill>
                        <ns1:srgbClr val="D9D4C8"/>
                      </ns1:solidFill>
                    </ns1:lnL>
                    <ns1:lnR w="6350">
                      <ns1:solidFill>
                        <ns1:srgbClr val="D9D4C8"/>
                      </ns1:solidFill>
                    </ns1:lnR>
                    <ns1:lnT w="6350">
                      <ns1:solidFill>
                        <ns1:srgbClr val="D9D4C8"/>
                      </ns1:solidFill>
                    </ns1:lnT>
                    <ns1:lnB w="6350">
                      <ns1:solidFill>
                        <ns1:srgbClr val="D9D4C8"/>
                      </ns1:solidFill>
                    </ns1:lnB>
                    <ns1:solidFill>
                      <ns1:srgbClr val="FCE7DD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6" name="element_585">
            <ns1:extLst>
              <ns1:ext uri="{FF2B5EF4-FFF2-40B4-BE49-F238E27FC236}">
                <ns2:creationId id="{9EFA4392-BEDF-4819-8B58-66DA7BDA973F}"/>
              </ns1:ext>
            </ns1:extLst>
          </ns0:cNvPr>
          <ns0:cNvSpPr>
            <ns1:spLocks noGrp="1"/>
          </ns0:cNvSpPr>
          <ns0:nvPr/>
        </ns0:nvSpPr>
        <ns0:spPr>
          <ns1:xfrm>
            <ns1:off x="9800000" y="1600000"/>
            <ns1:ext cx="1700000" cy="3000000"/>
          </ns1:xfrm>
          <ns1:prstGeom prst="roundRect">
            <ns1:avLst/>
          </ns1:prstGeom>
          <ns1:solidFill>
            <ns1:srgbClr val="FCE7DD"/>
          </ns1:solidFill>
          <ns1:ln w="12700">
            <ns1:solidFill>
              <ns1:srgbClr val="B65B4A"/>
            </ns1:solidFill>
          </ns1:ln>
        </ns0:spPr>
        <ns0:txBody>
          <ns1:bodyPr wrap="square" lIns="91440" tIns="68580" rIns="91440" bIns="68580"/>
          <ns1:lstStyle/>
          <ns1:p>
            <ns1:r>
              <ns1:rPr sz="1400"/>
              <ns1:t>项目进展记录</ns1:t>
            </ns1:r>
          </ns1:p>
        </ns0:txBody>
      </ns0:sp>
      <ns0:sp>
        <ns0:nvSpPr>
          <ns0:cNvPr id="90" name="element_612">
            <ns1:extLst>
              <ns1:ext uri="{FF2B5EF4-FFF2-40B4-BE49-F238E27FC236}">
                <ns2:creationId id="{6ED1DDFC-97CC-40FD-82E2-E29A3B5A7BA7}"/>
              </ns1:ext>
            </ns1:extLst>
          </ns0:cNvPr>
          <ns0:cNvSpPr>
            <ns1:spLocks noGrp="1"/>
          </ns0:cNvSpPr>
          <ns0:nvPr/>
        </ns0:nvSpPr>
        <ns0:spPr>
          <ns1:xfrm>
            <ns1:off x="610000" y="6480000"/>
            <ns1:ext cx="10900000" cy="26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91440" tIns="68580" rIns="91440" bIns="68580"/>
          <ns1:lstStyle/>
          <ns1:p>
            <ns1:r>
              <ns1:rPr sz="1150"/>
              <ns1:t>XX社区中心  2024秋季  5 / 8</ns1:t>
            </ns1:r>
          </ns1:p>
        </ns0:txBody>
      </ns0:sp>
    </ns0:spTree>
    <ns0:extLst>
      <ns0:ext uri="{BB962C8B-B14F-4D97-AF65-F5344CB8AC3E}">
        <ns3:creationId val="774944357"/>
      </ns0:ext>
    </ns0:extLst>
  </ns0:cSld>
</ns0:sld>
</file>

<file path=ppt/slides/slide6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element_4"/>
        <ns0:cNvGrpSpPr/>
        <ns0:nvPr/>
      </ns0:nvGrpSpPr>
      <ns0:grpSpPr>
        <ns1:xfrm/>
      </ns0:grpSpPr>
      <ns0:sp>
        <ns0:nvSpPr>
          <ns0:cNvPr id="2" name="element_11">
            <ns1:extLst>
              <ns1:ext uri="{FF2B5EF4-FFF2-40B4-BE49-F238E27FC236}">
                <ns2:creationId id="{7F1602A7-4756-49A9-BA6B-345DB67FD310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FFFDF7"/>
          </ns1:solidFill>
          <ns1:ln>
            <ns1:noFill/>
          </ns1:ln>
        </ns0:spPr>
        <ns0:txBody>
          <ns1:bodyPr wrap="square" lIns="91440" tIns="68580" rIns="91440" bIns="68580"/>
          <ns1:lstStyle/>
          <ns1:p>
            <ns1:r>
              <ns1:rPr sz="2200"/>
              <ns1:t/>
            </ns1:r>
          </ns1:p>
        </ns0:txBody>
      </ns0:sp>
      <ns0:sp>
        <ns0:nvSpPr>
          <ns0:cNvPr id="3" name="element_37">
            <ns1:extLst>
              <ns1:ext uri="{FF2B5EF4-FFF2-40B4-BE49-F238E27FC236}">
                <ns2:creationId id="{1FCDFD2E-796E-4EB5-998F-A3C541B53F63}"/>
              </ns1:ext>
            </ns1:extLst>
          </ns0:cNvPr>
          <ns0:cNvSpPr>
            <ns1:spLocks noGrp="1"/>
          </ns0:cNvSpPr>
          <ns0:nvPr/>
        </ns0:nvSpPr>
        <ns0:spPr>
          <ns1:xfrm>
            <ns1:off x="580000" y="320000"/>
            <ns1:ext cx="6300000" cy="520000"/>
          </ns1:xfrm>
          <ns1:prstGeom prst="roundRect">
            <ns1:avLst/>
          </ns1:prstGeom>
          <ns1:solidFill>
            <ns1:srgbClr val="FFF8E7"/>
          </ns1:solidFill>
          <ns1:ln w="12700">
            <ns1:solidFill>
              <ns1:srgbClr val="35523F"/>
            </ns1:solidFill>
          </ns1:ln>
        </ns0:spPr>
        <ns0:txBody>
          <ns1:bodyPr wrap="square" lIns="91440" tIns="68580" rIns="91440" bIns="68580"/>
          <ns1:lstStyle/>
          <ns1:p>
            <ns1:r>
              <ns1:rPr sz="2300" b="1"/>
              <ns1:t>现场信息</ns1:t>
            </ns1:r>
          </ns1:p>
        </ns0:txBody>
      </ns0:sp>
      <ns0:sp>
        <ns0:nvSpPr>
          <ns0:cNvPr id="4" name="element_64">
            <ns1:extLst>
              <ns1:ext uri="{FF2B5EF4-FFF2-40B4-BE49-F238E27FC236}">
                <ns2:creationId id="{DCB9C31D-3A8A-42EC-B226-128F0FAAFD40}"/>
              </ns1:ext>
            </ns1:extLst>
          </ns0:cNvPr>
          <ns0:cNvSpPr>
            <ns1:spLocks noGrp="1"/>
          </ns0:cNvSpPr>
          <ns0:nvPr/>
        </ns0:nvSpPr>
        <ns0:spPr>
          <ns1:xfrm>
            <ns1:off x="7050000" y="300000"/>
            <ns1:ext cx="4200000" cy="720000"/>
          </ns1:xfrm>
          <ns1:prstGeom prst="roundRect">
            <ns1:avLst/>
          </ns1:prstGeom>
          <ns1:solidFill>
            <ns1:srgbClr val="F4F2EC"/>
          </ns1:solidFill>
          <ns1:ln w="12700">
            <ns1:solidFill>
              <ns1:srgbClr val="D9D4C8"/>
            </ns1:solidFill>
          </ns1:ln>
        </ns0:spPr>
        <ns0:txBody>
          <ns1:bodyPr wrap="square" lIns="91440" tIns="68580" rIns="91440" bIns="68580"/>
          <ns1:lstStyle/>
          <ns1:p>
            <ns1:r>
              <ns1:rPr sz="1400"/>
              <ns1:t>现场设施位置</ns1:t>
            </ns1:r>
          </ns1:p>
        </ns0:txBody>
      </ns0:sp>
      <ns0:sp>
        <ns0:nvSpPr>
          <ns0:cNvPr id="5" name="element_91">
            <ns1:extLst>
              <ns1:ext uri="{FF2B5EF4-FFF2-40B4-BE49-F238E27FC236}">
                <ns2:creationId id="{096BB9FB-1F16-4676-B951-EB380C810EC4}"/>
              </ns1:ext>
            </ns1:extLst>
          </ns0:cNvPr>
          <ns0:cNvSpPr>
            <ns1:spLocks noGrp="1"/>
          </ns0:cNvSpPr>
          <ns0:nvPr/>
        </ns0:nvSpPr>
        <ns0:spPr>
          <ns1:xfrm>
            <ns1:off x="720000" y="1340000"/>
            <ns1:ext cx="4200000" cy="1320000"/>
          </ns1:xfrm>
          <ns1:prstGeom prst="roundRect">
            <ns1:avLst/>
          </ns1:prstGeom>
          <ns1:solidFill>
            <ns1:srgbClr val="F0ECF7"/>
          </ns1:solidFill>
          <ns1:ln w="12700">
            <ns1:solidFill>
              <ns1:srgbClr val="5A4C7D"/>
            </ns1:solidFill>
          </ns1:ln>
        </ns0:spPr>
        <ns0:txBody>
          <ns1:bodyPr wrap="square" lIns="91440" tIns="68580" rIns="91440" bIns="68580"/>
          <ns1:lstStyle/>
          <ns1:p>
            <ns1:r>
              <ns1:rPr sz="1650" b="1"/>
              <ns1:t>社区活动空间</ns1:t>
            </ns1:r>
          </ns1:p>
          <ns1:p>
            <ns1:r>
              <ns1:rPr sz="1650" b="1"/>
              <ns1:t>设施与位置</ns1:t>
            </ns1:r>
          </ns1:p>
        </ns0:txBody>
      </ns0:sp>
      <ns0:sp>
        <ns0:nvSpPr>
          <ns0:cNvPr id="6" name="element_122">
            <ns1:extLst>
              <ns1:ext uri="{FF2B5EF4-FFF2-40B4-BE49-F238E27FC236}">
                <ns2:creationId id="{5316B627-BFF0-4230-ABFF-DC50DD4D4F69}"/>
              </ns1:ext>
            </ns1:extLst>
          </ns0:cNvPr>
          <ns0:cNvSpPr>
            <ns1:spLocks noGrp="1"/>
          </ns0:cNvSpPr>
          <ns0:nvPr/>
        </ns0:nvSpPr>
        <ns0:spPr>
          <ns1:xfrm>
            <ns1:off x="780000" y="3320000"/>
            <ns1:ext cx="2700000" cy="900000"/>
          </ns1:xfrm>
          <ns1:prstGeom prst="roundRect">
            <ns1:avLst/>
          </ns1:prstGeom>
          <ns1:solidFill>
            <ns1:srgbClr val="FBF0DF"/>
          </ns1:solidFill>
          <ns1:ln w="12700">
            <ns1:solidFill>
              <ns1:srgbClr val="A0642E"/>
            </ns1:solidFill>
          </ns1:ln>
        </ns0:spPr>
        <ns0:txBody>
          <ns1:bodyPr wrap="square" lIns="91440" tIns="68580" rIns="91440" bIns="68580"/>
          <ns1:lstStyle/>
          <ns1:p>
            <ns1:r>
              <ns1:rPr sz="1450"/>
              <ns1:t>入口服务台</ns1:t>
            </ns1:r>
          </ns1:p>
        </ns0:txBody>
      </ns0:sp>
      <ns0:sp>
        <ns0:nvSpPr>
          <ns0:cNvPr id="7" name="element_149">
            <ns1:extLst>
              <ns1:ext uri="{FF2B5EF4-FFF2-40B4-BE49-F238E27FC236}">
                <ns2:creationId id="{B98DE948-0FB8-49CC-8949-49D2B64B21E1}"/>
              </ns1:ext>
            </ns1:extLst>
          </ns0:cNvPr>
          <ns0:cNvSpPr>
            <ns1:spLocks noGrp="1"/>
          </ns0:cNvSpPr>
          <ns0:nvPr/>
        </ns0:nvSpPr>
        <ns0:spPr>
          <ns1:xfrm>
            <ns1:off x="3920000" y="3320000"/>
            <ns1:ext cx="2700000" cy="900000"/>
          </ns1:xfrm>
          <ns1:prstGeom prst="roundRect">
            <ns1:avLst/>
          </ns1:prstGeom>
          <ns1:solidFill>
            <ns1:srgbClr val="FCE7DD"/>
          </ns1:solidFill>
          <ns1:ln w="12700">
            <ns1:solidFill>
              <ns1:srgbClr val="B65B4A"/>
            </ns1:solidFill>
          </ns1:ln>
        </ns0:spPr>
        <ns0:txBody>
          <ns1:bodyPr wrap="square" lIns="91440" tIns="68580" rIns="91440" bIns="68580"/>
          <ns1:lstStyle/>
          <ns1:p>
            <ns1:r>
              <ns1:rPr sz="1450"/>
              <ns1:t>中央交流区</ns1:t>
            </ns1:r>
          </ns1:p>
        </ns0:txBody>
      </ns0:sp>
      <ns0:sp>
        <ns0:nvSpPr>
          <ns0:cNvPr id="8" name="element_176">
            <ns1:extLst>
              <ns1:ext uri="{FF2B5EF4-FFF2-40B4-BE49-F238E27FC236}">
                <ns2:creationId id="{957AAB05-E055-4CDB-B750-73E5B9505837}"/>
              </ns1:ext>
            </ns1:extLst>
          </ns0:cNvPr>
          <ns0:cNvSpPr>
            <ns1:spLocks noGrp="1"/>
          </ns0:cNvSpPr>
          <ns0:nvPr/>
        </ns0:nvSpPr>
        <ns0:spPr>
          <ns1:xfrm>
            <ns1:off x="7040000" y="3320000"/>
            <ns1:ext cx="2700000" cy="900000"/>
          </ns1:xfrm>
          <ns1:prstGeom prst="roundRect">
            <ns1:avLst/>
          </ns1:prstGeom>
          <ns1:solidFill>
            <ns1:srgbClr val="E8F4F7"/>
          </ns1:solidFill>
          <ns1:ln w="12700">
            <ns1:solidFill>
              <ns1:srgbClr val="2F6472"/>
            </ns1:solidFill>
          </ns1:ln>
        </ns0:spPr>
        <ns0:txBody>
          <ns1:bodyPr wrap="square" lIns="91440" tIns="68580" rIns="91440" bIns="68580"/>
          <ns1:lstStyle/>
          <ns1:p>
            <ns1:r>
              <ns1:rPr sz="1450"/>
              <ns1:t>东侧休息区</ns1:t>
            </ns1:r>
          </ns1:p>
        </ns0:txBody>
      </ns0:sp>
      <ns0:sp>
        <ns0:nvSpPr>
          <ns0:cNvPr id="9" name="element_203">
            <ns1:extLst>
              <ns1:ext uri="{FF2B5EF4-FFF2-40B4-BE49-F238E27FC236}">
                <ns2:creationId id="{70B9A8A2-11A8-46B2-8CB9-5FC6FEDA80C0}"/>
              </ns1:ext>
            </ns1:extLst>
          </ns0:cNvPr>
          <ns0:cNvSpPr>
            <ns1:spLocks noGrp="1"/>
          </ns0:cNvSpPr>
          <ns0:nvPr/>
        </ns0:nvSpPr>
        <ns0:spPr>
          <ns1:xfrm>
            <ns1:off x="10000000" y="1320000"/>
            <ns1:ext cx="1300000" cy="3840000"/>
          </ns1:xfrm>
          <ns1:prstGeom prst="roundRect">
            <ns1:avLst/>
          </ns1:prstGeom>
          <ns1:solidFill>
            <ns1:srgbClr val="F4F2EC"/>
          </ns1:solidFill>
          <ns1:ln w="12700">
            <ns1:solidFill>
              <ns1:srgbClr val="7A776E"/>
            </ns1:solidFill>
          </ns1:ln>
        </ns0:spPr>
        <ns0:txBody>
          <ns1:bodyPr wrap="square" lIns="91440" tIns="68580" rIns="91440" bIns="68580"/>
          <ns1:lstStyle/>
          <ns1:p>
            <ns1:r>
              <ns1:rPr sz="1250"/>
              <ns1:t>场地</ns1:t>
            </ns1:r>
          </ns1:p>
          <ns1:p>
            <ns1:r>
              <ns1:rPr sz="1250"/>
              <ns1:t>入口</ns1:t>
            </ns1:r>
          </ns1:p>
          <ns1:p>
            <ns1:r>
              <ns1:rPr sz="1250"/>
              <ns1:t>大厅</ns1:t>
            </ns1:r>
          </ns1:p>
          <ns1:p>
            <ns1:r>
              <ns1:rPr sz="1250"/>
              <ns1:t>庭院</ns1:t>
            </ns1:r>
          </ns1:p>
        </ns0:txBody>
      </ns0:sp>
      <ns0:sp>
        <ns0:nvSpPr>
          <ns0:cNvPr id="90" name="element_242">
            <ns1:extLst>
              <ns1:ext uri="{FF2B5EF4-FFF2-40B4-BE49-F238E27FC236}">
                <ns2:creationId id="{DF791895-80E0-496E-9769-12221068C82B}"/>
              </ns1:ext>
            </ns1:extLst>
          </ns0:cNvPr>
          <ns0:cNvSpPr>
            <ns1:spLocks noGrp="1"/>
          </ns0:cNvSpPr>
          <ns0:nvPr/>
        </ns0:nvSpPr>
        <ns0:spPr>
          <ns1:xfrm>
            <ns1:off x="610000" y="6480000"/>
            <ns1:ext cx="10900000" cy="26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91440" tIns="68580" rIns="91440" bIns="68580"/>
          <ns1:lstStyle/>
          <ns1:p>
            <ns1:r>
              <ns1:rPr sz="1150"/>
              <ns1:t>XX社区中心  2024秋季  6 / 8</ns1:t>
            </ns1:r>
          </ns1:p>
        </ns0:txBody>
      </ns0:sp>
    </ns0:spTree>
    <ns0:extLst>
      <ns0:ext uri="{BB962C8B-B14F-4D97-AF65-F5344CB8AC3E}">
        <ns3:creationId val="1717734515"/>
      </ns0:ext>
    </ns0:extLst>
  </ns0:cSld>
</ns0:sld>
</file>

<file path=ppt/slides/slide7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element_4"/>
        <ns0:cNvGrpSpPr/>
        <ns0:nvPr/>
      </ns0:nvGrpSpPr>
      <ns0:grpSpPr>
        <ns1:xfrm/>
      </ns0:grpSpPr>
      <ns0:sp>
        <ns0:nvSpPr>
          <ns0:cNvPr id="2" name="element_11">
            <ns1:extLst>
              <ns1:ext uri="{FF2B5EF4-FFF2-40B4-BE49-F238E27FC236}">
                <ns2:creationId id="{1B5C46EC-E2A3-48BE-9472-DFED441CDFF4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FFFDF7"/>
          </ns1:solidFill>
          <ns1:ln>
            <ns1:noFill/>
          </ns1:ln>
        </ns0:spPr>
        <ns0:txBody>
          <ns1:bodyPr wrap="square" lIns="91440" tIns="68580" rIns="91440" bIns="68580"/>
          <ns1:lstStyle/>
          <ns1:p>
            <ns1:r>
              <ns1:rPr sz="2200"/>
              <ns1:t/>
            </ns1:r>
          </ns1:p>
        </ns0:txBody>
      </ns0:sp>
      <ns0:sp>
        <ns0:nvSpPr>
          <ns0:cNvPr id="3" name="element_37">
            <ns1:extLst>
              <ns1:ext uri="{FF2B5EF4-FFF2-40B4-BE49-F238E27FC236}">
                <ns2:creationId id="{39535C27-A507-4A03-AE85-5301A1ACA5A0}"/>
              </ns1:ext>
            </ns1:extLst>
          </ns0:cNvPr>
          <ns0:cNvSpPr>
            <ns1:spLocks noGrp="1"/>
          </ns0:cNvSpPr>
          <ns0:nvPr/>
        </ns0:nvSpPr>
        <ns0:spPr>
          <ns1:xfrm>
            <ns1:off x="580000" y="320000"/>
            <ns1:ext cx="6800000" cy="520000"/>
          </ns1:xfrm>
          <ns1:prstGeom prst="roundRect">
            <ns1:avLst/>
          </ns1:prstGeom>
          <ns1:solidFill>
            <ns1:srgbClr val="FFF8E7"/>
          </ns1:solidFill>
          <ns1:ln w="12700">
            <ns1:solidFill>
              <ns1:srgbClr val="35523F"/>
            </ns1:solidFill>
          </ns1:ln>
        </ns0:spPr>
        <ns0:txBody>
          <ns1:bodyPr wrap="square" lIns="91440" tIns="68580" rIns="91440" bIns="68580"/>
          <ns1:lstStyle/>
          <ns1:p>
            <ns1:r>
              <ns1:rPr sz="2300" b="1"/>
              <ns1:t>主题卡片</ns1:t>
            </ns1:r>
          </ns1:p>
        </ns0:txBody>
      </ns0:sp>
      <ns0:sp>
        <ns0:nvSpPr>
          <ns0:cNvPr id="4" name="element_64">
            <ns1:extLst>
              <ns1:ext uri="{FF2B5EF4-FFF2-40B4-BE49-F238E27FC236}">
                <ns2:creationId id="{6C77CB6C-2096-44FF-8C03-822F64864002}"/>
              </ns1:ext>
            </ns1:extLst>
          </ns0:cNvPr>
          <ns0:cNvSpPr>
            <ns1:spLocks noGrp="1"/>
          </ns0:cNvSpPr>
          <ns0:nvPr/>
        </ns0:nvSpPr>
        <ns0:spPr>
          <ns1:xfrm>
            <ns1:off x="7600000" y="300000"/>
            <ns1:ext cx="3500000" cy="720000"/>
          </ns1:xfrm>
          <ns1:prstGeom prst="roundRect">
            <ns1:avLst/>
          </ns1:prstGeom>
          <ns1:solidFill>
            <ns1:srgbClr val="F4F2EC"/>
          </ns1:solidFill>
          <ns1:ln w="12700">
            <ns1:solidFill>
              <ns1:srgbClr val="D9D4C8"/>
            </ns1:solidFill>
          </ns1:ln>
        </ns0:spPr>
        <ns0:txBody>
          <ns1:bodyPr wrap="square" lIns="91440" tIns="68580" rIns="91440" bIns="68580"/>
          <ns1:lstStyle/>
          <ns1:p>
            <ns1:r>
              <ns1:rPr sz="1400"/>
              <ns1:t>社区生活的不同侧面</ns1:t>
            </ns1:r>
          </ns1:p>
        </ns0:txBody>
      </ns0:sp>
      <ns0:sp>
        <ns0:nvSpPr>
          <ns0:cNvPr id="5" name="element_91">
            <ns1:extLst>
              <ns1:ext uri="{FF2B5EF4-FFF2-40B4-BE49-F238E27FC236}">
                <ns2:creationId id="{0ADA686D-E4AA-43D1-8260-BF14CC55FA19}"/>
              </ns1:ext>
            </ns1:extLst>
          </ns0:cNvPr>
          <ns0:cNvSpPr>
            <ns1:spLocks noGrp="1"/>
          </ns0:cNvSpPr>
          <ns0:nvPr/>
        </ns0:nvSpPr>
        <ns0:spPr>
          <ns1:xfrm>
            <ns1:off x="900000" y="1450000"/>
            <ns1:ext cx="2100000" cy="980000"/>
          </ns1:xfrm>
          <ns1:prstGeom prst="roundRect">
            <ns1:avLst/>
          </ns1:prstGeom>
          <ns1:solidFill>
            <ns1:srgbClr val="E8F4F7"/>
          </ns1:solidFill>
          <ns1:ln w="12700">
            <ns1:solidFill>
              <ns1:srgbClr val="2F6472"/>
            </ns1:solidFill>
          </ns1:ln>
        </ns0:spPr>
        <ns0:txBody>
          <ns1:bodyPr wrap="square" lIns="91440" tIns="68580" rIns="91440" bIns="68580"/>
          <ns1:lstStyle/>
          <ns1:p>
            <ns1:r>
              <ns1:rPr sz="1450" b="1"/>
              <ns1:t>花草</ns1:t>
            </ns1:r>
          </ns1:p>
        </ns0:txBody>
      </ns0:sp>
      <ns0:sp>
        <ns0:nvSpPr>
          <ns0:cNvPr id="6" name="element_118">
            <ns1:extLst>
              <ns1:ext uri="{FF2B5EF4-FFF2-40B4-BE49-F238E27FC236}">
                <ns2:creationId id="{5A52E854-3720-4710-B6A6-D9D3AA4E9F6C}"/>
              </ns1:ext>
            </ns1:extLst>
          </ns0:cNvPr>
          <ns0:cNvSpPr>
            <ns1:spLocks noGrp="1"/>
          </ns0:cNvSpPr>
          <ns0:nvPr/>
        </ns0:nvSpPr>
        <ns0:spPr>
          <ns1:xfrm>
            <ns1:off x="3400000" y="1300000"/>
            <ns1:ext cx="2100000" cy="980000"/>
          </ns1:xfrm>
          <ns1:prstGeom prst="roundRect">
            <ns1:avLst/>
          </ns1:prstGeom>
          <ns1:solidFill>
            <ns1:srgbClr val="EAF4E5"/>
          </ns1:solidFill>
          <ns1:ln w="12700">
            <ns1:solidFill>
              <ns1:srgbClr val="3F6B4A"/>
            </ns1:solidFill>
          </ns1:ln>
        </ns0:spPr>
        <ns0:txBody>
          <ns1:bodyPr wrap="square" lIns="91440" tIns="68580" rIns="91440" bIns="68580"/>
          <ns1:lstStyle/>
          <ns1:p>
            <ns1:r>
              <ns1:rPr sz="1450" b="1"/>
              <ns1:t>阅读</ns1:t>
            </ns1:r>
          </ns1:p>
        </ns0:txBody>
      </ns0:sp>
      <ns0:sp>
        <ns0:nvSpPr>
          <ns0:cNvPr id="7" name="element_145">
            <ns1:extLst>
              <ns1:ext uri="{FF2B5EF4-FFF2-40B4-BE49-F238E27FC236}">
                <ns2:creationId id="{76CAC5A0-D7D0-48D7-855D-5F83FCB39B8D}"/>
              </ns1:ext>
            </ns1:extLst>
          </ns0:cNvPr>
          <ns0:cNvSpPr>
            <ns1:spLocks noGrp="1"/>
          </ns0:cNvSpPr>
          <ns0:nvPr/>
        </ns0:nvSpPr>
        <ns0:spPr>
          <ns1:xfrm>
            <ns1:off x="5900000" y="1530000"/>
            <ns1:ext cx="2100000" cy="980000"/>
          </ns1:xfrm>
          <ns1:prstGeom prst="roundRect">
            <ns1:avLst/>
          </ns1:prstGeom>
          <ns1:solidFill>
            <ns1:srgbClr val="FCE7DD"/>
          </ns1:solidFill>
          <ns1:ln w="12700">
            <ns1:solidFill>
              <ns1:srgbClr val="B65B4A"/>
            </ns1:solidFill>
          </ns1:ln>
        </ns0:spPr>
        <ns0:txBody>
          <ns1:bodyPr wrap="square" lIns="91440" tIns="68580" rIns="91440" bIns="68580"/>
          <ns1:lstStyle/>
          <ns1:p>
            <ns1:r>
              <ns1:rPr sz="1450" b="1"/>
              <ns1:t>手作</ns1:t>
            </ns1:r>
          </ns1:p>
        </ns0:txBody>
      </ns0:sp>
      <ns0:sp>
        <ns0:nvSpPr>
          <ns0:cNvPr id="8" name="element_172">
            <ns1:extLst>
              <ns1:ext uri="{FF2B5EF4-FFF2-40B4-BE49-F238E27FC236}">
                <ns2:creationId id="{CD5A34C1-EB32-48A6-85CC-52223BFA856A}"/>
              </ns1:ext>
            </ns1:extLst>
          </ns0:cNvPr>
          <ns0:cNvSpPr>
            <ns1:spLocks noGrp="1"/>
          </ns0:cNvSpPr>
          <ns0:nvPr/>
        </ns0:nvSpPr>
        <ns0:spPr>
          <ns1:xfrm>
            <ns1:off x="8400000" y="1340000"/>
            <ns1:ext cx="2100000" cy="980000"/>
          </ns1:xfrm>
          <ns1:prstGeom prst="roundRect">
            <ns1:avLst/>
          </ns1:prstGeom>
          <ns1:solidFill>
            <ns1:srgbClr val="FBF0DF"/>
          </ns1:solidFill>
          <ns1:ln w="12700">
            <ns1:solidFill>
              <ns1:srgbClr val="A0642E"/>
            </ns1:solidFill>
          </ns1:ln>
        </ns0:spPr>
        <ns0:txBody>
          <ns1:bodyPr wrap="square" lIns="91440" tIns="68580" rIns="91440" bIns="68580"/>
          <ns1:lstStyle/>
          <ns1:p>
            <ns1:r>
              <ns1:rPr sz="1450" b="1"/>
              <ns1:t>音乐</ns1:t>
            </ns1:r>
          </ns1:p>
        </ns0:txBody>
      </ns0:sp>
      <ns0:sp>
        <ns0:nvSpPr>
          <ns0:cNvPr id="9" name="element_199">
            <ns1:extLst>
              <ns1:ext uri="{FF2B5EF4-FFF2-40B4-BE49-F238E27FC236}">
                <ns2:creationId id="{3AC995F3-7203-4DD7-951B-D174CF8D20B4}"/>
              </ns1:ext>
            </ns1:extLst>
          </ns0:cNvPr>
          <ns0:cNvSpPr>
            <ns1:spLocks noGrp="1"/>
          </ns0:cNvSpPr>
          <ns0:nvPr/>
        </ns0:nvSpPr>
        <ns0:spPr>
          <ns1:xfrm>
            <ns1:off x="2100000" y="3800000"/>
            <ns1:ext cx="2100000" cy="980000"/>
          </ns1:xfrm>
          <ns1:prstGeom prst="roundRect">
            <ns1:avLst/>
          </ns1:prstGeom>
          <ns1:solidFill>
            <ns1:srgbClr val="F4F2EC"/>
          </ns1:solidFill>
          <ns1:ln w="12700">
            <ns1:solidFill>
              <ns1:srgbClr val="7A776E"/>
            </ns1:solidFill>
          </ns1:ln>
        </ns0:spPr>
        <ns0:txBody>
          <ns1:bodyPr wrap="square" lIns="91440" tIns="68580" rIns="91440" bIns="68580"/>
          <ns1:lstStyle/>
          <ns1:p>
            <ns1:r>
              <ns1:rPr sz="1450" b="1"/>
              <ns1:t>邻里</ns1:t>
            </ns1:r>
          </ns1:p>
        </ns0:txBody>
      </ns0:sp>
      <ns0:sp>
        <ns0:nvSpPr>
          <ns0:cNvPr id="10" name="element_226">
            <ns1:extLst>
              <ns1:ext uri="{FF2B5EF4-FFF2-40B4-BE49-F238E27FC236}">
                <ns2:creationId id="{836CD337-A8F6-4612-A0F9-7284198F99D7}"/>
              </ns1:ext>
            </ns1:extLst>
          </ns0:cNvPr>
          <ns0:cNvSpPr>
            <ns1:spLocks noGrp="1"/>
          </ns0:cNvSpPr>
          <ns0:nvPr/>
        </ns0:nvSpPr>
        <ns0:spPr>
          <ns1:xfrm>
            <ns1:off x="5100000" y="3900000"/>
            <ns1:ext cx="2100000" cy="980000"/>
          </ns1:xfrm>
          <ns1:prstGeom prst="roundRect">
            <ns1:avLst/>
          </ns1:prstGeom>
          <ns1:solidFill>
            <ns1:srgbClr val="FFF8E7"/>
          </ns1:solidFill>
          <ns1:ln w="12700">
            <ns1:solidFill>
              <ns1:srgbClr val="35523F"/>
            </ns1:solidFill>
          </ns1:ln>
        </ns0:spPr>
        <ns0:txBody>
          <ns1:bodyPr wrap="square" lIns="91440" tIns="68580" rIns="91440" bIns="68580"/>
          <ns1:lstStyle/>
          <ns1:p>
            <ns1:r>
              <ns1:rPr sz="1450" b="1"/>
              <ns1:t>步行</ns1:t>
            </ns1:r>
          </ns1:p>
        </ns0:txBody>
      </ns0:sp>
      <ns0:sp>
        <ns0:nvSpPr>
          <ns0:cNvPr id="11" name="element_253">
            <ns1:extLst>
              <ns1:ext uri="{FF2B5EF4-FFF2-40B4-BE49-F238E27FC236}">
                <ns2:creationId id="{F68EE324-4A4A-4206-A1F9-2C457C15BF69}"/>
              </ns1:ext>
            </ns1:extLst>
          </ns0:cNvPr>
          <ns0:cNvSpPr>
            <ns1:spLocks noGrp="1"/>
          </ns0:cNvSpPr>
          <ns0:nvPr/>
        </ns0:nvSpPr>
        <ns0:spPr>
          <ns1:xfrm>
            <ns1:off x="8100000" y="3800000"/>
            <ns1:ext cx="2100000" cy="980000"/>
          </ns1:xfrm>
          <ns1:prstGeom prst="roundRect">
            <ns1:avLst/>
          </ns1:prstGeom>
          <ns1:solidFill>
            <ns1:srgbClr val="F0ECF7"/>
          </ns1:solidFill>
          <ns1:ln w="12700">
            <ns1:solidFill>
              <ns1:srgbClr val="5A4C7D"/>
            </ns1:solidFill>
          </ns1:ln>
        </ns0:spPr>
        <ns0:txBody>
          <ns1:bodyPr wrap="square" lIns="91440" tIns="68580" rIns="91440" bIns="68580"/>
          <ns1:lstStyle/>
          <ns1:p>
            <ns1:r>
              <ns1:rPr sz="1450" b="1"/>
              <ns1:t>季节</ns1:t>
            </ns1:r>
          </ns1:p>
        </ns0:txBody>
      </ns0:sp>
      <ns0:sp>
        <ns0:nvSpPr>
          <ns0:cNvPr id="90" name="element_280">
            <ns1:extLst>
              <ns1:ext uri="{FF2B5EF4-FFF2-40B4-BE49-F238E27FC236}">
                <ns2:creationId id="{17D8CC89-5E8D-49CD-B495-A5709714C0DB}"/>
              </ns1:ext>
            </ns1:extLst>
          </ns0:cNvPr>
          <ns0:cNvSpPr>
            <ns1:spLocks noGrp="1"/>
          </ns0:cNvSpPr>
          <ns0:nvPr/>
        </ns0:nvSpPr>
        <ns0:spPr>
          <ns1:xfrm>
            <ns1:off x="610000" y="6480000"/>
            <ns1:ext cx="10900000" cy="26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91440" tIns="68580" rIns="91440" bIns="68580"/>
          <ns1:lstStyle/>
          <ns1:p>
            <ns1:r>
              <ns1:rPr sz="1150"/>
              <ns1:t>XX社区中心  2024秋季  7 / 8</ns1:t>
            </ns1:r>
          </ns1:p>
        </ns0:txBody>
      </ns0:sp>
    </ns0:spTree>
    <ns0:extLst>
      <ns0:ext uri="{BB962C8B-B14F-4D97-AF65-F5344CB8AC3E}">
        <ns3:creationId val="1364240945"/>
      </ns0:ext>
    </ns0:extLst>
  </ns0:cSld>
</ns0:sld>
</file>

<file path=ppt/slides/slide8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spTree>
      <ns0:nvGrpSpPr>
        <ns0:cNvPr id="1" name="element_4"/>
        <ns0:cNvGrpSpPr/>
        <ns0:nvPr/>
      </ns0:nvGrpSpPr>
      <ns0:grpSpPr>
        <ns1:xfrm/>
      </ns0:grpSpPr>
      <ns0:sp>
        <ns0:nvSpPr>
          <ns0:cNvPr id="2" name="element_11">
            <ns1:extLst>
              <ns1:ext uri="{FF2B5EF4-FFF2-40B4-BE49-F238E27FC236}">
                <ns2:creationId id="{2E2BDF5A-4742-4BE7-AEE7-938E199E0120}"/>
              </ns1:ext>
            </ns1:extLst>
          </ns0:cNvPr>
          <ns0:cNvSpPr>
            <ns1:spLocks noGrp="1"/>
          </ns0:cNvSpPr>
          <ns0:nvPr/>
        </ns0:nvSpPr>
        <ns0:spPr>
          <ns1:xfrm>
            <ns1:off x="0" y="0"/>
            <ns1:ext cx="12192000" cy="6858000"/>
          </ns1:xfrm>
          <ns1:prstGeom prst="rect">
            <ns1:avLst/>
          </ns1:prstGeom>
          <ns1:solidFill>
            <ns1:srgbClr val="FFFDF7"/>
          </ns1:solidFill>
          <ns1:ln>
            <ns1:noFill/>
          </ns1:ln>
        </ns0:spPr>
        <ns0:txBody>
          <ns1:bodyPr wrap="square" lIns="91440" tIns="68580" rIns="91440" bIns="68580"/>
          <ns1:lstStyle/>
          <ns1:p>
            <ns1:r>
              <ns1:rPr sz="2200"/>
              <ns1:t/>
            </ns1:r>
          </ns1:p>
        </ns0:txBody>
      </ns0:sp>
      <ns0:sp>
        <ns0:nvSpPr>
          <ns0:cNvPr id="3" name="element_37">
            <ns1:extLst>
              <ns1:ext uri="{FF2B5EF4-FFF2-40B4-BE49-F238E27FC236}">
                <ns2:creationId id="{4A15931B-35A9-43DF-9024-295CA5448D9A}"/>
              </ns1:ext>
            </ns1:extLst>
          </ns0:cNvPr>
          <ns0:cNvSpPr>
            <ns1:spLocks noGrp="1"/>
          </ns0:cNvSpPr>
          <ns0:nvPr/>
        </ns0:nvSpPr>
        <ns0:spPr>
          <ns1:xfrm>
            <ns1:off x="580000" y="320000"/>
            <ns1:ext cx="6900000" cy="520000"/>
          </ns1:xfrm>
          <ns1:prstGeom prst="roundRect">
            <ns1:avLst/>
          </ns1:prstGeom>
          <ns1:solidFill>
            <ns1:srgbClr val="FFF8E7"/>
          </ns1:solidFill>
          <ns1:ln w="12700">
            <ns1:solidFill>
              <ns1:srgbClr val="35523F"/>
            </ns1:solidFill>
          </ns1:ln>
        </ns0:spPr>
        <ns0:txBody>
          <ns1:bodyPr wrap="square" lIns="91440" tIns="68580" rIns="91440" bIns="68580"/>
          <ns1:lstStyle/>
          <ns1:p>
            <ns1:r>
              <ns1:rPr sz="2300" b="1"/>
              <ns1:t>活动回顾</ns1:t>
            </ns1:r>
          </ns1:p>
        </ns0:txBody>
      </ns0:sp>
      <ns0:sp>
        <ns0:nvSpPr>
          <ns0:cNvPr id="4" name="element_64">
            <ns1:extLst>
              <ns1:ext uri="{FF2B5EF4-FFF2-40B4-BE49-F238E27FC236}">
                <ns2:creationId id="{2664F255-C338-4CDF-B5B9-DB04D413AE54}"/>
              </ns1:ext>
            </ns1:extLst>
          </ns0:cNvPr>
          <ns0:cNvSpPr>
            <ns1:spLocks noGrp="1"/>
          </ns0:cNvSpPr>
          <ns0:nvPr/>
        </ns0:nvSpPr>
        <ns0:spPr>
          <ns1:xfrm>
            <ns1:off x="7600000" y="300000"/>
            <ns1:ext cx="3500000" cy="720000"/>
          </ns1:xfrm>
          <ns1:prstGeom prst="roundRect">
            <ns1:avLst/>
          </ns1:prstGeom>
          <ns1:solidFill>
            <ns1:srgbClr val="F4F2EC"/>
          </ns1:solidFill>
          <ns1:ln w="12700">
            <ns1:solidFill>
              <ns1:srgbClr val="D9D4C8"/>
            </ns1:solidFill>
          </ns1:ln>
        </ns0:spPr>
        <ns0:txBody>
          <ns1:bodyPr wrap="square" lIns="91440" tIns="68580" rIns="91440" bIns="68580"/>
          <ns1:lstStyle/>
          <ns1:p>
            <ns1:r>
              <ns1:rPr sz="1400"/>
              <ns1:t>交流与记录</ns1:t>
            </ns1:r>
          </ns1:p>
        </ns0:txBody>
      </ns0:sp>
      <ns0:sp>
        <ns0:nvSpPr>
          <ns0:cNvPr id="5" name="element_91">
            <ns1:extLst>
              <ns1:ext uri="{FF2B5EF4-FFF2-40B4-BE49-F238E27FC236}">
                <ns2:creationId id="{D2FA224B-BF62-4F46-A092-5971127A2776}"/>
              </ns1:ext>
            </ns1:extLst>
          </ns0:cNvPr>
          <ns0:cNvSpPr>
            <ns1:spLocks noGrp="1"/>
          </ns0:cNvSpPr>
          <ns0:nvPr/>
        </ns0:nvSpPr>
        <ns0:spPr>
          <ns1:xfrm>
            <ns1:off x="1300000" y="2180000"/>
            <ns1:ext cx="2100000" cy="900000"/>
          </ns1:xfrm>
          <ns1:prstGeom prst="roundRect">
            <ns1:avLst/>
          </ns1:prstGeom>
          <ns1:solidFill>
            <ns1:srgbClr val="EAF4E5"/>
          </ns1:solidFill>
          <ns1:ln w="12700">
            <ns1:solidFill>
              <ns1:srgbClr val="3F6B4A"/>
            </ns1:solidFill>
          </ns1:ln>
        </ns0:spPr>
        <ns0:txBody>
          <ns1:bodyPr wrap="square" lIns="91440" tIns="68580" rIns="91440" bIns="68580"/>
          <ns1:lstStyle/>
          <ns1:p>
            <ns1:r>
              <ns1:rPr sz="1500" b="1"/>
              <ns1:t>活动记录</ns1:t>
            </ns1:r>
          </ns1:p>
        </ns0:txBody>
      </ns0:sp>
      <ns0:sp>
        <ns0:nvSpPr>
          <ns0:cNvPr id="6" name="element_118">
            <ns1:extLst>
              <ns1:ext uri="{FF2B5EF4-FFF2-40B4-BE49-F238E27FC236}">
                <ns2:creationId id="{7D818457-2FCA-4399-8AED-8B512AB58146}"/>
              </ns1:ext>
            </ns1:extLst>
          </ns0:cNvPr>
          <ns0:cNvSpPr>
            <ns1:spLocks noGrp="1"/>
          </ns0:cNvSpPr>
          <ns0:nvPr/>
        </ns0:nvSpPr>
        <ns0:spPr>
          <ns1:xfrm>
            <ns1:off x="4660000" y="2180000"/>
            <ns1:ext cx="2100000" cy="900000"/>
          </ns1:xfrm>
          <ns1:prstGeom prst="roundRect">
            <ns1:avLst/>
          </ns1:prstGeom>
          <ns1:solidFill>
            <ns1:srgbClr val="E8F4F7"/>
          </ns1:solidFill>
          <ns1:ln w="12700">
            <ns1:solidFill>
              <ns1:srgbClr val="2F6472"/>
            </ns1:solidFill>
          </ns1:ln>
        </ns0:spPr>
        <ns0:txBody>
          <ns1:bodyPr wrap="square" lIns="91440" tIns="68580" rIns="91440" bIns="68580"/>
          <ns1:lstStyle/>
          <ns1:p>
            <ns1:r>
              <ns1:rPr sz="1500" b="1"/>
              <ns1:t>交流分享</ns1:t>
            </ns1:r>
          </ns1:p>
        </ns0:txBody>
      </ns0:sp>
      <ns0:sp>
        <ns0:nvSpPr>
          <ns0:cNvPr id="7" name="element_145">
            <ns1:extLst>
              <ns1:ext uri="{FF2B5EF4-FFF2-40B4-BE49-F238E27FC236}">
                <ns2:creationId id="{ABEE0EB4-3EC6-4618-8EE7-9AA3727F208C}"/>
              </ns1:ext>
            </ns1:extLst>
          </ns0:cNvPr>
          <ns0:cNvSpPr>
            <ns1:spLocks noGrp="1"/>
          </ns0:cNvSpPr>
          <ns0:nvPr/>
        </ns0:nvSpPr>
        <ns0:spPr>
          <ns1:xfrm>
            <ns1:off x="8020000" y="2180000"/>
            <ns1:ext cx="2100000" cy="900000"/>
          </ns1:xfrm>
          <ns1:prstGeom prst="roundRect">
            <ns1:avLst/>
          </ns1:prstGeom>
          <ns1:solidFill>
            <ns1:srgbClr val="F0ECF7"/>
          </ns1:solidFill>
          <ns1:ln w="12700">
            <ns1:solidFill>
              <ns1:srgbClr val="5A4C7D"/>
            </ns1:solidFill>
          </ns1:ln>
        </ns0:spPr>
        <ns0:txBody>
          <ns1:bodyPr wrap="square" lIns="91440" tIns="68580" rIns="91440" bIns="68580"/>
          <ns1:lstStyle/>
          <ns1:p>
            <ns1:r>
              <ns1:rPr sz="1500" b="1"/>
              <ns1:t>下次见面</ns1:t>
            </ns1:r>
          </ns1:p>
        </ns0:txBody>
      </ns0:sp>
      <ns0:sp>
        <ns0:nvSpPr>
          <ns0:cNvPr id="24" name="element_172">
            <ns1:extLst>
              <ns1:ext uri="{FF2B5EF4-FFF2-40B4-BE49-F238E27FC236}">
                <ns2:creationId id="{E3187946-7A1B-43C2-8B80-EA6267E5ADF0}"/>
              </ns1:ext>
            </ns1:extLst>
          </ns0:cNvPr>
          <ns0:cNvSpPr>
            <ns1:spLocks noGrp="1"/>
          </ns0:cNvSpPr>
          <ns0:nvPr/>
        </ns0:nvSpPr>
        <ns0:spPr>
          <ns1:xfrm>
            <ns1:off x="3400000" y="2630000"/>
            <ns1:ext cx="1260000" cy="1"/>
          </ns1:xfrm>
          <ns1:prstGeom prst="line">
            <ns1:avLst/>
          </ns1:prstGeom>
          <ns1:ln w="25400">
            <ns1:solidFill>
              <ns1:srgbClr val="2F6472"/>
            </ns1:solidFill>
            <ns1:tailEnd type="triangle"/>
          </ns1:ln>
        </ns0:spPr>
      </ns0:sp>
      <ns0:sp>
        <ns0:nvSpPr>
          <ns0:cNvPr id="25" name="element_191">
            <ns1:extLst>
              <ns1:ext uri="{FF2B5EF4-FFF2-40B4-BE49-F238E27FC236}">
                <ns2:creationId id="{8E9C2EC3-9CDB-43E2-89A6-AADB9A462DE7}"/>
              </ns1:ext>
            </ns1:extLst>
          </ns0:cNvPr>
          <ns0:cNvSpPr>
            <ns1:spLocks noGrp="1"/>
          </ns0:cNvSpPr>
          <ns0:nvPr/>
        </ns0:nvSpPr>
        <ns0:spPr>
          <ns1:xfrm>
            <ns1:off x="6760000" y="2630000"/>
            <ns1:ext cx="1260000" cy="1"/>
          </ns1:xfrm>
          <ns1:prstGeom prst="line">
            <ns1:avLst/>
          </ns1:prstGeom>
          <ns1:ln w="25400">
            <ns1:solidFill>
              <ns1:srgbClr val="5A4C7D"/>
            </ns1:solidFill>
            <ns1:tailEnd type="triangle"/>
          </ns1:ln>
        </ns0:spPr>
      </ns0:sp>
      <ns0:sp>
        <ns0:nvSpPr>
          <ns0:cNvPr id="26" name="element_210">
            <ns1:extLst>
              <ns1:ext uri="{FF2B5EF4-FFF2-40B4-BE49-F238E27FC236}">
                <ns2:creationId id="{6921996C-E7B0-4868-ADAD-DC1DC55522A1}"/>
              </ns1:ext>
            </ns1:extLst>
          </ns0:cNvPr>
          <ns0:cNvSpPr>
            <ns1:spLocks noGrp="1"/>
          </ns0:cNvSpPr>
          <ns0:nvPr/>
        </ns0:nvSpPr>
        <ns0:spPr>
          <ns1:xfrm>
            <ns1:off x="2200000" y="3200000"/>
            <ns1:ext cx="6800000" cy="1100000"/>
          </ns1:xfrm>
          <ns1:prstGeom prst="line">
            <ns1:avLst/>
          </ns1:prstGeom>
          <ns1:ln w="25400">
            <ns1:solidFill>
              <ns1:srgbClr val="6AA56B"/>
            </ns1:solidFill>
            <ns1:tailEnd type="triangle"/>
          </ns1:ln>
        </ns0:spPr>
      </ns0:sp>
      <ns0:sp>
        <ns0:nvSpPr>
          <ns0:cNvPr id="8" name="element_229">
            <ns1:extLst>
              <ns1:ext uri="{FF2B5EF4-FFF2-40B4-BE49-F238E27FC236}">
                <ns2:creationId id="{E04A14DA-3EC0-41B7-84DB-AF7A367246A6}"/>
              </ns1:ext>
            </ns1:extLst>
          </ns0:cNvPr>
          <ns0:cNvSpPr>
            <ns1:spLocks noGrp="1"/>
          </ns0:cNvSpPr>
          <ns0:nvPr/>
        </ns0:nvSpPr>
        <ns0:spPr>
          <ns1:xfrm>
            <ns1:off x="2700000" y="4400000"/>
            <ns1:ext cx="6200000" cy="820000"/>
          </ns1:xfrm>
          <ns1:prstGeom prst="roundRect">
            <ns1:avLst/>
          </ns1:prstGeom>
          <ns1:solidFill>
            <ns1:srgbClr val="FCE7DD"/>
          </ns1:solidFill>
          <ns1:ln w="12700">
            <ns1:solidFill>
              <ns1:srgbClr val="B65B4A"/>
            </ns1:solidFill>
          </ns1:ln>
        </ns0:spPr>
        <ns0:txBody>
          <ns1:bodyPr wrap="square" lIns="91440" tIns="68580" rIns="91440" bIns="68580"/>
          <ns1:lstStyle/>
          <ns1:p>
            <ns1:r>
              <ns1:rPr sz="1550"/>
              <ns1:t>感谢每位邻居的参与</ns1:t>
            </ns1:r>
          </ns1:p>
        </ns0:txBody>
      </ns0:sp>
      <ns0:sp>
        <ns0:nvSpPr>
          <ns0:cNvPr id="9" name="element_256">
            <ns1:extLst>
              <ns1:ext uri="{FF2B5EF4-FFF2-40B4-BE49-F238E27FC236}">
                <ns2:creationId id="{26D89B17-E6BC-4D33-915D-5065D7BAFD5B}"/>
              </ns1:ext>
            </ns1:extLst>
          </ns0:cNvPr>
          <ns0:cNvSpPr>
            <ns1:spLocks noGrp="1"/>
          </ns0:cNvSpPr>
          <ns0:nvPr/>
        </ns0:nvSpPr>
        <ns0:spPr>
          <ns1:xfrm>
            <ns1:off x="3100000" y="5500000"/>
            <ns1:ext cx="5400000" cy="520000"/>
          </ns1:xfrm>
          <ns1:prstGeom prst="roundRect">
            <ns1:avLst/>
          </ns1:prstGeom>
          <ns1:solidFill>
            <ns1:srgbClr val="F4F2EC"/>
          </ns1:solidFill>
          <ns1:ln w="12700">
            <ns1:solidFill>
              <ns1:srgbClr val="D9D4C8"/>
            </ns1:solidFill>
          </ns1:ln>
        </ns0:spPr>
        <ns0:txBody>
          <ns1:bodyPr wrap="square" lIns="91440" tIns="68580" rIns="91440" bIns="68580"/>
          <ns1:lstStyle/>
          <ns1:p>
            <ns1:r>
              <ns1:rPr sz="1400"/>
              <ns1:t>社区生活，从身边开始</ns1:t>
            </ns1:r>
          </ns1:p>
        </ns0:txBody>
      </ns0:sp>
      <ns0:sp>
        <ns0:nvSpPr>
          <ns0:cNvPr id="90" name="element_283">
            <ns1:extLst>
              <ns1:ext uri="{FF2B5EF4-FFF2-40B4-BE49-F238E27FC236}">
                <ns2:creationId id="{9B1A2340-8EAB-4B6B-9619-7CC1AC7EBC24}"/>
              </ns1:ext>
            </ns1:extLst>
          </ns0:cNvPr>
          <ns0:cNvSpPr>
            <ns1:spLocks noGrp="1"/>
          </ns0:cNvSpPr>
          <ns0:nvPr/>
        </ns0:nvSpPr>
        <ns0:spPr>
          <ns1:xfrm>
            <ns1:off x="610000" y="6480000"/>
            <ns1:ext cx="10900000" cy="260000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91440" tIns="68580" rIns="91440" bIns="68580"/>
          <ns1:lstStyle/>
          <ns1:p>
            <ns1:r>
              <ns1:rPr sz="1150"/>
              <ns1:t>XX社区中心  2024秋季  8 / 8</ns1:t>
            </ns1:r>
          </ns1:p>
        </ns0:txBody>
      </ns0:sp>
    </ns0:spTree>
    <ns0:extLst>
      <ns0:ext uri="{BB962C8B-B14F-4D97-AF65-F5344CB8AC3E}">
        <ns3:creationId val="804534065"/>
      </ns0:ext>
    </ns0:extLst>
  </ns0:cSld>
</ns0:sld>
</file>

<file path=ppt/theme/theme1.xml><?xml version="1.0" encoding="utf-8"?>
<a:theme xmlns:a="http://schemas.openxmlformats.org/drawingml/2006/main" name="Community Green">
  <a:themeElements>
    <a:clrScheme name="Community Green">
      <a:dk1>
        <a:srgbClr val="24342B"/>
      </a:dk1>
      <a:lt1>
        <a:srgbClr val="FFFDF7"/>
      </a:lt1>
      <a:dk2>
        <a:srgbClr val="35523F"/>
      </a:dk2>
      <a:lt2>
        <a:srgbClr val="F6F1E6"/>
      </a:lt2>
      <a:accent1>
        <a:srgbClr val="6AA56B"/>
      </a:accent1>
      <a:accent2>
        <a:srgbClr val="2F6472"/>
      </a:accent2>
      <a:accent3>
        <a:srgbClr val="A0642E"/>
      </a:accent3>
      <a:accent4>
        <a:srgbClr val="5A4C7D"/>
      </a:accent4>
      <a:accent5>
        <a:srgbClr val="B65B4A"/>
      </a:accent5>
      <a:accent6>
        <a:srgbClr val="7A776E"/>
      </a:accent6>
      <a:hlink>
        <a:srgbClr val="2F6472"/>
      </a:hlink>
      <a:folHlink>
        <a:srgbClr val="5A4C7D"/>
      </a:folHlink>
    </a:clrScheme>
    <a:fontScheme name="Local Sans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Community Green">
      <a:fillStyleLst>
        <a:solidFill>
          <a:schemeClr val="lt1"/>
        </a:solidFill>
      </a:fillStyleLst>
      <a:lnStyleLst>
        <a:ln w="12700">
          <a:solidFill>
            <a:schemeClr val="accent1"/>
          </a:solidFill>
        </a:ln>
        <a:ln w="9525">
          <a:solidFill>
            <a:schemeClr val="phClr"/>
          </a:solidFill>
        </a:ln>
        <a:ln w="254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2"/>
        </a:solidFill>
        <a:solidFill>
          <a:schemeClr val="lt1"/>
        </a:solidFill>
        <a:solidFill>
          <a:schemeClr val="lt2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2026-10-10T03:04:02.8930000Z</dcterms:created>
  <dcterms:modified xsi:type="dcterms:W3CDTF">2026-10-10T03:04:02.8930000Z</dcterms:modified>
</coreProperties>
</file>