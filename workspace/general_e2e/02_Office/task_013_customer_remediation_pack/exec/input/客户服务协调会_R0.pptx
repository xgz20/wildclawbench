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39874094a34cde" /><Relationship Type="http://schemas.openxmlformats.org/officeDocument/2006/relationships/extended-properties" Target="/docProps/app.xml" Id="R9c0874e9ef754a54" /><Relationship Type="http://schemas.openxmlformats.org/officeDocument/2006/relationships/officeDocument" Target="/ppt/presentation.xml" Id="Rf74f2cc4c00c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5f4720606741c1"/>
  </p:sldMasterIdLst>
  <p:notesMasterIdLst>
    <p:notesMasterId xmlns:r="http://schemas.openxmlformats.org/officeDocument/2006/relationships" r:id="Rb652c99b57ce4513"/>
  </p:notesMasterIdLst>
  <p:sldIdLst>
    <p:sldId xmlns:r="http://schemas.openxmlformats.org/officeDocument/2006/relationships" id="256" r:id="R93a93bb188604946"/>
    <p:sldId xmlns:r="http://schemas.openxmlformats.org/officeDocument/2006/relationships" id="257" r:id="R09492951b27e4e4d"/>
    <p:sldId xmlns:r="http://schemas.openxmlformats.org/officeDocument/2006/relationships" id="258" r:id="Rfa8387e8dff84f7d"/>
    <p:sldId xmlns:r="http://schemas.openxmlformats.org/officeDocument/2006/relationships" id="259" r:id="Rb9d5dc6ce6d347e5"/>
    <p:sldId xmlns:r="http://schemas.openxmlformats.org/officeDocument/2006/relationships" id="260" r:id="R576572ba15cd45bf"/>
    <p:sldId xmlns:r="http://schemas.openxmlformats.org/officeDocument/2006/relationships" id="261" r:id="R1543d87c7f0748e4"/>
    <p:sldId xmlns:r="http://schemas.openxmlformats.org/officeDocument/2006/relationships" id="262" r:id="R28dcd23e344e422d"/>
    <p:sldId xmlns:r="http://schemas.openxmlformats.org/officeDocument/2006/relationships" id="263" r:id="Rc84e3f9ad1404bb6"/>
    <p:sldId xmlns:r="http://schemas.openxmlformats.org/officeDocument/2006/relationships" id="264" r:id="R59a81879fb2b4419"/>
    <p:sldId xmlns:r="http://schemas.openxmlformats.org/officeDocument/2006/relationships" id="265" r:id="R487962ed04d045f3"/>
    <p:sldId xmlns:r="http://schemas.openxmlformats.org/officeDocument/2006/relationships" id="266" r:id="R2d0e36e11c9e4ac0"/>
    <p:sldId xmlns:r="http://schemas.openxmlformats.org/officeDocument/2006/relationships" id="267" r:id="Ra4666e80f10a4d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66baf742554fd6" /><Relationship Type="http://schemas.openxmlformats.org/officeDocument/2006/relationships/slideMaster" Target="/ppt/slideMasters/slideMaster1.xml" Id="R085f4720606741c1" /><Relationship Type="http://schemas.openxmlformats.org/officeDocument/2006/relationships/notesMaster" Target="/ppt/notesMasters/notesMaster1.xml" Id="Rb652c99b57ce4513" /><Relationship Type="http://schemas.openxmlformats.org/officeDocument/2006/relationships/presProps" Target="/ppt/presProps.xml" Id="Rf98018dad9cd4fca" /><Relationship Type="http://schemas.openxmlformats.org/officeDocument/2006/relationships/tableStyles" Target="/ppt/tableStyles.xml" Id="Rbb894c949a6748dd" /><Relationship Type="http://schemas.openxmlformats.org/officeDocument/2006/relationships/slide" Target="/ppt/slides/slide1.xml" Id="R93a93bb188604946" /><Relationship Type="http://schemas.openxmlformats.org/officeDocument/2006/relationships/slide" Target="/ppt/slides/slide2.xml" Id="R09492951b27e4e4d" /><Relationship Type="http://schemas.openxmlformats.org/officeDocument/2006/relationships/slide" Target="/ppt/slides/slide3.xml" Id="Rfa8387e8dff84f7d" /><Relationship Type="http://schemas.openxmlformats.org/officeDocument/2006/relationships/slide" Target="/ppt/slides/slide4.xml" Id="Rb9d5dc6ce6d347e5" /><Relationship Type="http://schemas.openxmlformats.org/officeDocument/2006/relationships/slide" Target="/ppt/slides/slide5.xml" Id="R576572ba15cd45bf" /><Relationship Type="http://schemas.openxmlformats.org/officeDocument/2006/relationships/slide" Target="/ppt/slides/slide6.xml" Id="R1543d87c7f0748e4" /><Relationship Type="http://schemas.openxmlformats.org/officeDocument/2006/relationships/slide" Target="/ppt/slides/slide7.xml" Id="R28dcd23e344e422d" /><Relationship Type="http://schemas.openxmlformats.org/officeDocument/2006/relationships/slide" Target="/ppt/slides/slide8.xml" Id="Rc84e3f9ad1404bb6" /><Relationship Type="http://schemas.openxmlformats.org/officeDocument/2006/relationships/slide" Target="/ppt/slides/slide9.xml" Id="R59a81879fb2b4419" /><Relationship Type="http://schemas.openxmlformats.org/officeDocument/2006/relationships/slide" Target="/ppt/slides/slide10.xml" Id="R487962ed04d045f3" /><Relationship Type="http://schemas.openxmlformats.org/officeDocument/2006/relationships/slide" Target="/ppt/slides/slide11.xml" Id="R2d0e36e11c9e4ac0" /><Relationship Type="http://schemas.openxmlformats.org/officeDocument/2006/relationships/slide" Target="/ppt/slides/slide12.xml" Id="Ra4666e80f10a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6e7d84e1ed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9d4c07b9344c14" /><Relationship Type="http://schemas.openxmlformats.org/officeDocument/2006/relationships/notesMaster" Target="/ppt/notesMasters/notesMaster1.xml" Id="R8b0f992596c741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49df63997f4d1f" /><Relationship Type="http://schemas.openxmlformats.org/officeDocument/2006/relationships/notesMaster" Target="/ppt/notesMasters/notesMaster1.xml" Id="R5304b4e7e19c4a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1100a606464e42" /><Relationship Type="http://schemas.openxmlformats.org/officeDocument/2006/relationships/notesMaster" Target="/ppt/notesMasters/notesMaster1.xml" Id="R539076c976e14e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f1dbc453464408" /><Relationship Type="http://schemas.openxmlformats.org/officeDocument/2006/relationships/notesMaster" Target="/ppt/notesMasters/notesMaster1.xml" Id="R93a1dcdfdf5549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0711f935664157" /><Relationship Type="http://schemas.openxmlformats.org/officeDocument/2006/relationships/notesMaster" Target="/ppt/notesMasters/notesMaster1.xml" Id="Rcd40760dfc0147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00e8e554aa4094" /><Relationship Type="http://schemas.openxmlformats.org/officeDocument/2006/relationships/notesMaster" Target="/ppt/notesMasters/notesMaster1.xml" Id="R1552c6c4fc1a40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786fff2c754a3a" /><Relationship Type="http://schemas.openxmlformats.org/officeDocument/2006/relationships/notesMaster" Target="/ppt/notesMasters/notesMaster1.xml" Id="R22f747214ac245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de2fbb71654c28" /><Relationship Type="http://schemas.openxmlformats.org/officeDocument/2006/relationships/notesMaster" Target="/ppt/notesMasters/notesMaster1.xml" Id="R6d60c2e5e7aa48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52002d58394426" /><Relationship Type="http://schemas.openxmlformats.org/officeDocument/2006/relationships/notesMaster" Target="/ppt/notesMasters/notesMaster1.xml" Id="Raede460960eb49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ea7340cea14adc" /><Relationship Type="http://schemas.openxmlformats.org/officeDocument/2006/relationships/notesMaster" Target="/ppt/notesMasters/notesMaster1.xml" Id="R10cc9bb5b45c45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113fab11744560" /><Relationship Type="http://schemas.openxmlformats.org/officeDocument/2006/relationships/notesMaster" Target="/ppt/notesMasters/notesMaster1.xml" Id="Rdd3bcf230d304f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8f653243b54c0c" /><Relationship Type="http://schemas.openxmlformats.org/officeDocument/2006/relationships/notesMaster" Target="/ppt/notesMasters/notesMaster1.xml" Id="R3b766300b5df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经营会议工作稿R0；2026-10-24。模拟业务材料。尚未形成最终批准。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来源：10/24服务协调会议记录及生产初筛表。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10/24工作稿；发料记录与结案记录尚未合并。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客户服务部10/24草拟，待审批。非已签发对外承诺。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10/24计划汇总。库存数字为账面数，后续调配由仓储确认。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函稿R0工作说明；不能作为对外已发通知证明。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10/24提出的初步服务目标；现场预约待各区域反馈。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来源：返厂接收规范RET-26。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10/24销售汇总；实际有效范围以最终批准文件为准。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来源：售后履历字段约定及客户服务档案规范。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10/24协调会草案安排。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R0结束页。后续材料完整后形成最终审批包。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d0fbfd3b949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10f26c20f47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4c23947b949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902f0052e48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04c45631248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2bb2f747d42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FC9037-E662-4755-AD52-DA9980DC5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46239F-927C-4182-8247-044EC9E2CC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0FEFA4-4401-4FF6-A317-F983773B1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4AAD36-FB79-4694-AD8F-E62773B9AD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955FE9-CC0B-47E7-8905-6B8C0A49F7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42DD03-3C00-477B-95A9-48648BBFC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783D20-4A6D-4F4E-B25B-B4B1F4AC95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EF3925-7DD9-491A-A173-A930C3B683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6CF567-242D-4C42-AFF3-E63C3E7842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C6E36F-2CDC-415F-8291-60554836A0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046baabbb34fc5" /><Relationship Type="http://schemas.openxmlformats.org/officeDocument/2006/relationships/slideLayout" Target="/ppt/slideLayouts/slideLayout1.xml" Id="R1eda25382fe34b36" /><Relationship Type="http://schemas.openxmlformats.org/officeDocument/2006/relationships/slideLayout" Target="/ppt/slideLayouts/slideLayout2.xml" Id="Ra9779ae960f94d65" /><Relationship Type="http://schemas.openxmlformats.org/officeDocument/2006/relationships/slideLayout" Target="/ppt/slideLayouts/slideLayout3.xml" Id="Rd4b801b1ad2f4b3d" /><Relationship Type="http://schemas.openxmlformats.org/officeDocument/2006/relationships/slideLayout" Target="/ppt/slideLayouts/slideLayout4.xml" Id="R55e99100b1a5429a" /><Relationship Type="http://schemas.openxmlformats.org/officeDocument/2006/relationships/slideLayout" Target="/ppt/slideLayouts/slideLayout5.xml" Id="R32981f7c9a504933" /><Relationship Type="http://schemas.openxmlformats.org/officeDocument/2006/relationships/slideLayout" Target="/ppt/slideLayouts/slideLayout6.xml" Id="R72bb77701b7e4e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da25382fe34b36"/>
    <p:sldLayoutId xmlns:r="http://schemas.openxmlformats.org/officeDocument/2006/relationships" id="2147483650" r:id="Ra9779ae960f94d65"/>
    <p:sldLayoutId xmlns:r="http://schemas.openxmlformats.org/officeDocument/2006/relationships" id="2147483651" r:id="Rd4b801b1ad2f4b3d"/>
    <p:sldLayoutId xmlns:r="http://schemas.openxmlformats.org/officeDocument/2006/relationships" id="2147483652" r:id="R55e99100b1a5429a"/>
    <p:sldLayoutId xmlns:r="http://schemas.openxmlformats.org/officeDocument/2006/relationships" id="2147483653" r:id="R32981f7c9a504933"/>
    <p:sldLayoutId xmlns:r="http://schemas.openxmlformats.org/officeDocument/2006/relationships" id="2147483654" r:id="R72bb77701b7e4e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6530e1f5d41c3" /><Relationship Type="http://schemas.openxmlformats.org/officeDocument/2006/relationships/notesSlide" Target="/ppt/notesSlides/notesSlide1.xml" Id="Rb02956829180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ac351828d4ea7" /><Relationship Type="http://schemas.openxmlformats.org/officeDocument/2006/relationships/notesSlide" Target="/ppt/notesSlides/notesSlide2.xml" Id="Ra93bfc071e4a42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09c902d334e65" /><Relationship Type="http://schemas.openxmlformats.org/officeDocument/2006/relationships/notesSlide" Target="/ppt/notesSlides/notesSlide3.xml" Id="R1b1a542d7a3940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f8f187f424869" /><Relationship Type="http://schemas.openxmlformats.org/officeDocument/2006/relationships/notesSlide" Target="/ppt/notesSlides/notesSlide4.xml" Id="Rc57346f8088f47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19317ba5d408a" /><Relationship Type="http://schemas.openxmlformats.org/officeDocument/2006/relationships/notesSlide" Target="/ppt/notesSlides/notesSlide5.xml" Id="R42ac52eca4d442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d839906ba41bb" /><Relationship Type="http://schemas.openxmlformats.org/officeDocument/2006/relationships/notesSlide" Target="/ppt/notesSlides/notesSlide6.xml" Id="R875fa095419548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3696f17d84aea" /><Relationship Type="http://schemas.openxmlformats.org/officeDocument/2006/relationships/notesSlide" Target="/ppt/notesSlides/notesSlide7.xml" Id="R9ac5ff42002048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4abf88b3924867" /><Relationship Type="http://schemas.openxmlformats.org/officeDocument/2006/relationships/notesSlide" Target="/ppt/notesSlides/notesSlide8.xml" Id="R7e775c20733243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ababe441641d6" /><Relationship Type="http://schemas.openxmlformats.org/officeDocument/2006/relationships/notesSlide" Target="/ppt/notesSlides/notesSlide9.xml" Id="Rd867d3ab7f354b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ebd3b9b01f4455" /><Relationship Type="http://schemas.openxmlformats.org/officeDocument/2006/relationships/notesSlide" Target="/ppt/notesSlides/notesSlide10.xml" Id="Reee121bd2bf14c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8ccdbd43d4c94" /><Relationship Type="http://schemas.openxmlformats.org/officeDocument/2006/relationships/notesSlide" Target="/ppt/notesSlides/notesSlide11.xml" Id="R4d0d31aa7dbd4d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15c2ef23b4d30" /><Relationship Type="http://schemas.openxmlformats.org/officeDocument/2006/relationships/notesSlide" Target="/ppt/notesSlides/notesSlide12.xml" Id="R51236d5f3aae46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77B2B-E0E9-4F29-A929-B1354973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客户服务协调会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97C70-E2A5-4B5F-ACE0-C2ABB681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7B83D-77D1-4331-AD65-380EBE86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QY-A100 / QY-B200</a:t>
            </a:r>
          </a:p>
          <a:p xmlns:a="http://schemas.openxmlformats.org/drawingml/2006/main">
            <a:pPr>
              <a:def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控制模组专项服务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FB8A1-8853-4DD8-8CDB-F401003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2026年10月24日  R0</a:t>
            </a:r>
          </a:p>
          <a:p xmlns:a="http://schemas.openxmlformats.org/drawingml/2006/main">
            <a:pPr>
              <a:def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客户服务部 周衡</a:t>
            </a:r>
          </a:p>
        </p:txBody>
      </p:sp>
    </p:spTree>
    <p:extLst>
      <p:ext uri="{BB962C8B-B14F-4D97-AF65-F5344CB8AC3E}">
        <p14:creationId xmlns:p14="http://schemas.microsoft.com/office/powerpoint/2010/main" val="4372964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7BD40-4E86-43B5-BC5B-E1BECEC8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项目范围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C1AC0-00AB-4DC2-BFB0-3B1FFE87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2321F-0EB6-48AC-94C1-4FD8089D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围绕两个型号的控制模组开展专项服务。质量部门继续收集维修与周转信息。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7AC28-39FC-4DC1-8F13-F94E60C1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按出厂登记暂列48台设备。客户服务部准备联系记录，区域经理整理客户窗口。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54729-394B-4D13-A8E4-E62208BA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本轮先准备替件和函稿，最终发放版本经质量与客户服务共同审核。</a:t>
            </a:r>
          </a:p>
        </p:txBody>
      </p:sp>
    </p:spTree>
    <p:extLst>
      <p:ext uri="{BB962C8B-B14F-4D97-AF65-F5344CB8AC3E}">
        <p14:creationId xmlns:p14="http://schemas.microsoft.com/office/powerpoint/2010/main" val="2071210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646F0-29F3-4F98-9E09-55A717D8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阶段进展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DF46C-6301-4073-92CD-FB9BCD31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DDF45-9C37-4714-8205-6CE2A7F786BA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429000"/>
                <a:gridCol w="4057650"/>
              </a:tblGrid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工作事项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本周记录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负责部门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出厂初筛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生产质量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替件已领用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仓储及售后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函稿整理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通用版已起草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计划完成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11月2日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162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644E8-AAA5-4686-BE8D-6A7FF8CF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客户服务口径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22778-8AB6-4800-AC9C-889FD2DF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3AEAC-CB05-4CBD-ABC0-4581B64E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拟按统一模板说明免费更换问题模组及标准上门服务。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4E3A8-CF9B-42AE-B4FD-A2E14262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销售建议把延保24个月写入统一函稿，后续由负责人确认适用范围。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CCB60-861C-4A2A-BD46-FF4C729F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各区域用既有采购联系人发函，客户收到替件后回传照片，项目组汇总结案。</a:t>
            </a:r>
          </a:p>
        </p:txBody>
      </p:sp>
    </p:spTree>
    <p:extLst>
      <p:ext uri="{BB962C8B-B14F-4D97-AF65-F5344CB8AC3E}">
        <p14:creationId xmlns:p14="http://schemas.microsoft.com/office/powerpoint/2010/main" val="295570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607A9-99F3-41A8-A0B0-230B5892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替件准备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0320D-0F53-4A1C-80A2-9E50035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70D66-C392-48AD-9C03-056484AA3E80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286000"/>
                <a:gridCol w="5676900"/>
              </a:tblGrid>
              <a:tr h="785813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账面数量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计划用途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</a:tr>
              <a:tr h="785813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A100服务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785813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SB2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B200服务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SB2追加采购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扩大备货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8C2D8-E962-47E4-A207-75D7A0B7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计划以现有54套覆盖首轮需求，剩余安排随新增反馈调整。</a:t>
            </a:r>
          </a:p>
        </p:txBody>
      </p:sp>
    </p:spTree>
    <p:extLst>
      <p:ext uri="{BB962C8B-B14F-4D97-AF65-F5344CB8AC3E}">
        <p14:creationId xmlns:p14="http://schemas.microsoft.com/office/powerpoint/2010/main" val="1802001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F1093-6BC1-4B78-B11C-6C1E5886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通知准备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4E3DC-D9CE-4EFF-8F27-D024B0EF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BD8B0-21B9-4018-8759-D496828F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通知内容包括设备编号、服务内容、预计到货及联系人。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D8D55-272E-4C05-A1CC-271CBF1D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客户清单按销售登记整理。渠道客户先由区域销售核对采购主体。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1422C-ED89-4F02-9CB3-C0491F3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统一函稿拟使用“替件到货后服务完成”表述，审批后进入发放。</a:t>
            </a:r>
          </a:p>
        </p:txBody>
      </p:sp>
    </p:spTree>
    <p:extLst>
      <p:ext uri="{BB962C8B-B14F-4D97-AF65-F5344CB8AC3E}">
        <p14:creationId xmlns:p14="http://schemas.microsoft.com/office/powerpoint/2010/main" val="1464842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D9D2A-42FA-4DB2-8B56-BFE189F5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到货与安装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1C38B-4B1C-4A50-953D-0DBFCCA6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617E8-3010-4833-AA2B-D37044F0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10月31日起安排发运，运输预计两个自然日。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8D2A2-0C59-465F-9D22-C57A1158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项目希望11月2日完成首轮客户服务。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0AD2F-7E5C-485C-859C-FE105EC8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客户现场窗口由区域服务联系确认。原设备与替换机分别记录序列号。</a:t>
            </a:r>
          </a:p>
        </p:txBody>
      </p:sp>
    </p:spTree>
    <p:extLst>
      <p:ext uri="{BB962C8B-B14F-4D97-AF65-F5344CB8AC3E}">
        <p14:creationId xmlns:p14="http://schemas.microsoft.com/office/powerpoint/2010/main" val="311397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86622-2762-42C5-8846-36AE47A4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返厂设备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03EC6-F760-4A2A-99CF-87F1286B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77890-9531-4BC8-9D58-28F5C62F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返厂设备由仓储登记设备编号、接收日期和存放区域。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BDDAB-34D3-4321-A8FD-A738E91D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隔离区设备需要完成质量处置后才能转回可用库存。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97DC8-4B88-4CC1-9B23-BE6B5768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客户现场的替换机保留独立服务记录，客户原设备按返厂流程继续跟踪。</a:t>
            </a:r>
          </a:p>
        </p:txBody>
      </p:sp>
    </p:spTree>
    <p:extLst>
      <p:ext uri="{BB962C8B-B14F-4D97-AF65-F5344CB8AC3E}">
        <p14:creationId xmlns:p14="http://schemas.microsoft.com/office/powerpoint/2010/main" val="114430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80EE6-FBF4-4B76-87D9-D402A22F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客户特殊安排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4DFCE-B070-434F-B61B-39A9E2DB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F6B69-362C-44B5-8F0E-75894E3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C05申请借机支持，并提出延长保修的需求。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34631-635F-4FDD-9FE3-C83567A7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C12可提供有限现场服务窗口，区域经理继续协调。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10921-2B8F-42D1-A842-FE700B2E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专项服务期间的超范围商务条件报负责人审批。</a:t>
            </a:r>
          </a:p>
        </p:txBody>
      </p:sp>
    </p:spTree>
    <p:extLst>
      <p:ext uri="{BB962C8B-B14F-4D97-AF65-F5344CB8AC3E}">
        <p14:creationId xmlns:p14="http://schemas.microsoft.com/office/powerpoint/2010/main" val="15847814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A003C-D547-490B-B3B8-6624F371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资料归档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1E545-C115-4847-ABE9-55E1D0C1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A1C67-0AF2-407B-92B3-C86AB46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关联工单、部件编号、安装及客户回执。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D4EC6-8180-4890-B904-6AA8CC58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完成后的文件由客户服务归档，质量部门复核处置结论。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69214-DEA8-4DD2-87C9-F20A492E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服务统计区分设备与客户，新增替换机按独立设备登记。</a:t>
            </a:r>
          </a:p>
        </p:txBody>
      </p:sp>
    </p:spTree>
    <p:extLst>
      <p:ext uri="{BB962C8B-B14F-4D97-AF65-F5344CB8AC3E}">
        <p14:creationId xmlns:p14="http://schemas.microsoft.com/office/powerpoint/2010/main" val="10032618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2D801-C3ED-4E04-8492-213E9228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本周分工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98E82-9B3A-4EC3-AAF2-8482CA48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39C94-61FE-4A98-B370-A6643B63DEF9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867400"/>
                <a:gridCol w="2857500"/>
              </a:tblGrid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计划时间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93C57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补充质量结论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10月28日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汇总客户函稿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10月29日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仓储负责人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核对替件及预留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10月30日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区域经理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回收现场窗口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0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10月30日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9284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59191-A25B-4D04-AC30-9E4D864E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24B"/>
                </a:solidFill>
                <a:latin typeface="Microsoft YaHei"/>
                <a:ea typeface="Microsoft YaHei"/>
                <a:cs typeface="Microsoft YaHei"/>
              </a:rPr>
              <a:t>拟提交事项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8E8F5-D658-482F-9F03-6F1373F5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启曜科技  /  专项客户服务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1B72E-390C-4ACE-9D3B-226A01A4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确认专项服务范围和客户清单。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B77F9-825A-48C4-9FF3-412370C8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确认免费服务、延保和临时安排的有效范围。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E0466-8751-4073-A3CA-4C6E3D28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246"/>
                </a:solidFill>
                <a:latin typeface="Microsoft YaHei"/>
                <a:ea typeface="Microsoft YaHei"/>
                <a:cs typeface="Microsoft YaHei"/>
              </a:rPr>
              <a:t>确定首轮发运安排及函稿版本，明确未决事项负责人。</a:t>
            </a:r>
          </a:p>
        </p:txBody>
      </p:sp>
    </p:spTree>
    <p:extLst>
      <p:ext uri="{BB962C8B-B14F-4D97-AF65-F5344CB8AC3E}">
        <p14:creationId xmlns:p14="http://schemas.microsoft.com/office/powerpoint/2010/main" val="721523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2026-10-27T06:56:29.0530000Z</dcterms:created>
  <dcterms:modified xsi:type="dcterms:W3CDTF">2026-10-27T06:56:29.0530000Z</dcterms:modified>
</coreProperties>
</file>