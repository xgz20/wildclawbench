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b17336a754509" /><Relationship Type="http://schemas.openxmlformats.org/officeDocument/2006/relationships/extended-properties" Target="/docProps/app.xml" Id="R2d2c73fec7614f72" /><Relationship Type="http://schemas.openxmlformats.org/officeDocument/2006/relationships/officeDocument" Target="/ppt/presentation.xml" Id="Rdd68ed246dc7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4136eae044c41"/>
  </p:sldMasterIdLst>
  <p:notesMasterIdLst>
    <p:notesMasterId xmlns:r="http://schemas.openxmlformats.org/officeDocument/2006/relationships" r:id="Re8b4b2fd1a8d49a2"/>
  </p:notesMasterIdLst>
  <p:sldIdLst>
    <p:sldId xmlns:r="http://schemas.openxmlformats.org/officeDocument/2006/relationships" id="256" r:id="R6516689d07fd45d3"/>
    <p:sldId xmlns:r="http://schemas.openxmlformats.org/officeDocument/2006/relationships" id="257" r:id="R284699a5bd6e4dd2"/>
    <p:sldId xmlns:r="http://schemas.openxmlformats.org/officeDocument/2006/relationships" id="258" r:id="R9ae9caa30e5b46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a457b98974085" /><Relationship Type="http://schemas.openxmlformats.org/officeDocument/2006/relationships/slideMaster" Target="/ppt/slideMasters/slideMaster1.xml" Id="R7554136eae044c41" /><Relationship Type="http://schemas.openxmlformats.org/officeDocument/2006/relationships/notesMaster" Target="/ppt/notesMasters/notesMaster1.xml" Id="Re8b4b2fd1a8d49a2" /><Relationship Type="http://schemas.openxmlformats.org/officeDocument/2006/relationships/presProps" Target="/ppt/presProps.xml" Id="Ra8fd4c125ba64061" /><Relationship Type="http://schemas.openxmlformats.org/officeDocument/2006/relationships/tableStyles" Target="/ppt/tableStyles.xml" Id="R97d76da2625a4875" /><Relationship Type="http://schemas.openxmlformats.org/officeDocument/2006/relationships/slide" Target="/ppt/slides/slide1.xml" Id="R6516689d07fd45d3" /><Relationship Type="http://schemas.openxmlformats.org/officeDocument/2006/relationships/slide" Target="/ppt/slides/slide2.xml" Id="R284699a5bd6e4dd2" /><Relationship Type="http://schemas.openxmlformats.org/officeDocument/2006/relationships/slide" Target="/ppt/slides/slide3.xml" Id="R9ae9caa30e5b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6357858daf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08864b2484f85" /><Relationship Type="http://schemas.openxmlformats.org/officeDocument/2006/relationships/notesMaster" Target="/ppt/notesMasters/notesMaster1.xml" Id="Rc5548423b03440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1ccadb33d24ca1" /><Relationship Type="http://schemas.openxmlformats.org/officeDocument/2006/relationships/notesMaster" Target="/ppt/notesMasters/notesMaster1.xml" Id="R3ff0666e045f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d8d965ed34658" /><Relationship Type="http://schemas.openxmlformats.org/officeDocument/2006/relationships/notesMaster" Target="/ppt/notesMasters/notesMaster1.xml" Id="Rb455a8ebf34c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403ce00e34b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de645767b941f7" /><Relationship Type="http://schemas.openxmlformats.org/officeDocument/2006/relationships/slideLayout" Target="/ppt/slideLayouts/slideLayout1.xml" Id="Rcf2fcae57e9b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2fcae57e9b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04a989b44fc0" /><Relationship Type="http://schemas.openxmlformats.org/officeDocument/2006/relationships/notesSlide" Target="/ppt/notesSlides/notesSlide1.xml" Id="Ree30d72fd4ac4b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76418272a4bf8" /><Relationship Type="http://schemas.openxmlformats.org/officeDocument/2006/relationships/notesSlide" Target="/ppt/notesSlides/notesSlide2.xml" Id="R2ce8e3f8c4144d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72122d91c4987" /><Relationship Type="http://schemas.openxmlformats.org/officeDocument/2006/relationships/notesSlide" Target="/ppt/notesSlides/notesSlide3.xml" Id="R85948e5fc77847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12861-5495-4EC5-A7DD-5C6DB1F0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仓储系统切换进展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1CA30-8340-4DD8-B378-A5BE685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内部项目周报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74D41-0CD2-4B3A-8147-FD7DB2F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当前状态：黄灯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已完成：接口联调、库存盘点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未完成：夜间批处理压测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内部备注：研发排期被另一个项目挤占</a:t>
            </a:r>
          </a:p>
        </p:txBody>
      </p:sp>
    </p:spTree>
    <p:extLst>
      <p:ext uri="{BB962C8B-B14F-4D97-AF65-F5344CB8AC3E}">
        <p14:creationId xmlns:p14="http://schemas.microsoft.com/office/powerpoint/2010/main" val="542572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0B00E-46F6-455B-9823-D0D7CEF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风险与处理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1420E-79E7-4B1E-B2A9-BB8313F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风险：批处理超过 2 小时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处理：增加压测环境；由平台组支援 1 人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客户可见影响：切换窗口可能延长 30 分钟</a:t>
            </a:r>
          </a:p>
        </p:txBody>
      </p:sp>
    </p:spTree>
    <p:extLst>
      <p:ext uri="{BB962C8B-B14F-4D97-AF65-F5344CB8AC3E}">
        <p14:creationId xmlns:p14="http://schemas.microsoft.com/office/powerpoint/2010/main" val="236733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D8CFC-6E18-4E6F-875C-F344FDA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需要客户确认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365B-9A7D-4CB2-B207-6DCB3785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是否接受周六 22:00–02:00 的切换窗口？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是否指定一位现场联系人？</a:t>
            </a:r>
          </a:p>
        </p:txBody>
      </p:sp>
    </p:spTree>
    <p:extLst>
      <p:ext uri="{BB962C8B-B14F-4D97-AF65-F5344CB8AC3E}">
        <p14:creationId xmlns:p14="http://schemas.microsoft.com/office/powerpoint/2010/main" val="638030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2026-08-11T14:21:38.0850000Z</dcterms:created>
  <dcterms:modified xsi:type="dcterms:W3CDTF">2026-08-11T14:21:38.0850000Z</dcterms:modified>
</coreProperties>
</file>