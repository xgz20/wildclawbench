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f9bb26bf64755" /><Relationship Type="http://schemas.openxmlformats.org/officeDocument/2006/relationships/extended-properties" Target="/docProps/app.xml" Id="R112f348fd817463e" /><Relationship Type="http://schemas.openxmlformats.org/officeDocument/2006/relationships/officeDocument" Target="/ppt/presentation.xml" Id="Rc2dea78d892c4e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afc6c2671048d2"/>
  </p:sldMasterIdLst>
  <p:notesMasterIdLst>
    <p:notesMasterId xmlns:r="http://schemas.openxmlformats.org/officeDocument/2006/relationships" r:id="R7da013971cd14eb7"/>
  </p:notesMasterIdLst>
  <p:sldIdLst>
    <p:sldId xmlns:r="http://schemas.openxmlformats.org/officeDocument/2006/relationships" id="256" r:id="R3c67900f1ede4bdc"/>
    <p:sldId xmlns:r="http://schemas.openxmlformats.org/officeDocument/2006/relationships" id="257" r:id="R274adef9b18a4746"/>
    <p:sldId xmlns:r="http://schemas.openxmlformats.org/officeDocument/2006/relationships" id="258" r:id="Re5bf0415231843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ab1a01462450d" /><Relationship Type="http://schemas.openxmlformats.org/officeDocument/2006/relationships/slideMaster" Target="/ppt/slideMasters/slideMaster1.xml" Id="R2aafc6c2671048d2" /><Relationship Type="http://schemas.openxmlformats.org/officeDocument/2006/relationships/notesMaster" Target="/ppt/notesMasters/notesMaster1.xml" Id="R7da013971cd14eb7" /><Relationship Type="http://schemas.openxmlformats.org/officeDocument/2006/relationships/presProps" Target="/ppt/presProps.xml" Id="R2506d0d5f81d400a" /><Relationship Type="http://schemas.openxmlformats.org/officeDocument/2006/relationships/tableStyles" Target="/ppt/tableStyles.xml" Id="R3ca2e56db5524018" /><Relationship Type="http://schemas.openxmlformats.org/officeDocument/2006/relationships/slide" Target="/ppt/slides/slide1.xml" Id="R3c67900f1ede4bdc" /><Relationship Type="http://schemas.openxmlformats.org/officeDocument/2006/relationships/slide" Target="/ppt/slides/slide2.xml" Id="R274adef9b18a4746" /><Relationship Type="http://schemas.openxmlformats.org/officeDocument/2006/relationships/slide" Target="/ppt/slides/slide3.xml" Id="Re5bf0415231843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bb12d981964f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aee487bbe440c4" /><Relationship Type="http://schemas.openxmlformats.org/officeDocument/2006/relationships/notesMaster" Target="/ppt/notesMasters/notesMaster1.xml" Id="Rbdcf943e99bb4a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395b314af44171" /><Relationship Type="http://schemas.openxmlformats.org/officeDocument/2006/relationships/notesMaster" Target="/ppt/notesMasters/notesMaster1.xml" Id="R25cdee1eb11e47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d628491fbc447f" /><Relationship Type="http://schemas.openxmlformats.org/officeDocument/2006/relationships/notesMaster" Target="/ppt/notesMasters/notesMaster1.xml" Id="R6803549050314e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f6cf3e0d645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777abdb18d4459" /><Relationship Type="http://schemas.openxmlformats.org/officeDocument/2006/relationships/slideLayout" Target="/ppt/slideLayouts/slideLayout1.xml" Id="Rd4d2a7ffdbde4f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d2a7ffdbde4f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ac64230a44e8f" /><Relationship Type="http://schemas.openxmlformats.org/officeDocument/2006/relationships/notesSlide" Target="/ppt/notesSlides/notesSlide1.xml" Id="R80a56ab8297043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37f1f463348fa" /><Relationship Type="http://schemas.openxmlformats.org/officeDocument/2006/relationships/notesSlide" Target="/ppt/notesSlides/notesSlide2.xml" Id="R537cd4fae7f2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6a2e8ea414ae3" /><Relationship Type="http://schemas.openxmlformats.org/officeDocument/2006/relationships/notesSlide" Target="/ppt/notesSlides/notesSlide3.xml" Id="Rdfdda379ddf446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2668E-1AB5-4B04-8A15-D44CEA0D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门店运营看板试点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B306C-A726-49BD-9671-1070F290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客户汇报稿｜反馈版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EA44A-46CA-44A9-A89F-857714FB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反馈 1：请把业务结果放在前面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反馈 2：减少技术术语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反馈 3：补充 3 家试点门店的对比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反馈 4：每页只保留一个重点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反馈 5：末页给出明确决定事项</a:t>
            </a:r>
          </a:p>
        </p:txBody>
      </p:sp>
    </p:spTree>
    <p:extLst>
      <p:ext uri="{BB962C8B-B14F-4D97-AF65-F5344CB8AC3E}">
        <p14:creationId xmlns:p14="http://schemas.microsoft.com/office/powerpoint/2010/main" val="1346484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45BD0-55F5-40A1-8436-D90ABC7B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试点数据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C0FA2-FF64-4C5A-90B1-74F46AA2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北京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盘点时长 -28%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准确率 97.8%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ECB61-C047-4AEA-A980-39B3A08E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杭州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盘点时长 -34%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准确率 98.6%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CBB24-5157-4223-872E-E602E91E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成都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盘点时长 -25%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准确率 98.1%</a:t>
            </a:r>
          </a:p>
        </p:txBody>
      </p:sp>
    </p:spTree>
    <p:extLst>
      <p:ext uri="{BB962C8B-B14F-4D97-AF65-F5344CB8AC3E}">
        <p14:creationId xmlns:p14="http://schemas.microsoft.com/office/powerpoint/2010/main" val="1517316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310AB-AD5D-4903-AAB2-6D2CBAFC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原结论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15D20-B79B-4E42-973C-A6BA0805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系统功能基本可用，建议继续观察。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4AA7D-C421-447A-8BA1-8EF5CD0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待改：结论需要说明是否扩大试点</a:t>
            </a:r>
          </a:p>
        </p:txBody>
      </p:sp>
    </p:spTree>
    <p:extLst>
      <p:ext uri="{BB962C8B-B14F-4D97-AF65-F5344CB8AC3E}">
        <p14:creationId xmlns:p14="http://schemas.microsoft.com/office/powerpoint/2010/main" val="124892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2026-08-11T14:21:38.1440000Z</dcterms:created>
  <dcterms:modified xsi:type="dcterms:W3CDTF">2026-08-11T14:21:38.1440000Z</dcterms:modified>
</coreProperties>
</file>