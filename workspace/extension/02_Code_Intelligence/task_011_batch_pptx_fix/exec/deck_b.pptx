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64b85d039345c4" /><Relationship Type="http://schemas.openxmlformats.org/officeDocument/2006/relationships/extended-properties" Target="/docProps/app.xml" Id="R394116a1715c4614" /><Relationship Type="http://schemas.openxmlformats.org/officeDocument/2006/relationships/officeDocument" Target="/ppt/presentation.xml" Id="R531d741cac9c4e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5e378c045342e6"/>
  </p:sldMasterIdLst>
  <p:notesMasterIdLst>
    <p:notesMasterId xmlns:r="http://schemas.openxmlformats.org/officeDocument/2006/relationships" r:id="R5d38d957194b44f5"/>
  </p:notesMasterIdLst>
  <p:sldIdLst>
    <p:sldId xmlns:r="http://schemas.openxmlformats.org/officeDocument/2006/relationships" id="256" r:id="Rda06e57970b54664"/>
    <p:sldId xmlns:r="http://schemas.openxmlformats.org/officeDocument/2006/relationships" id="257" r:id="Rf515c688ebb542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cc72af8344b1c" /><Relationship Type="http://schemas.openxmlformats.org/officeDocument/2006/relationships/slideMaster" Target="/ppt/slideMasters/slideMaster1.xml" Id="R8f5e378c045342e6" /><Relationship Type="http://schemas.openxmlformats.org/officeDocument/2006/relationships/notesMaster" Target="/ppt/notesMasters/notesMaster1.xml" Id="R5d38d957194b44f5" /><Relationship Type="http://schemas.openxmlformats.org/officeDocument/2006/relationships/presProps" Target="/ppt/presProps.xml" Id="Rcaec5934c6bf4e88" /><Relationship Type="http://schemas.openxmlformats.org/officeDocument/2006/relationships/tableStyles" Target="/ppt/tableStyles.xml" Id="R2d7caaf7d06e41e2" /><Relationship Type="http://schemas.openxmlformats.org/officeDocument/2006/relationships/slide" Target="/ppt/slides/slide1.xml" Id="Rda06e57970b54664" /><Relationship Type="http://schemas.openxmlformats.org/officeDocument/2006/relationships/slide" Target="/ppt/slides/slide2.xml" Id="Rf515c688ebb5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3bcbd3b3a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f83aa81bb4fb8" /><Relationship Type="http://schemas.openxmlformats.org/officeDocument/2006/relationships/notesMaster" Target="/ppt/notesMasters/notesMaster1.xml" Id="Rc4b6e4f629f041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755d705214f3b" /><Relationship Type="http://schemas.openxmlformats.org/officeDocument/2006/relationships/notesMaster" Target="/ppt/notesMasters/notesMaster1.xml" Id="Re70d89c00f084d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22b04f55f40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58fbcede94885" /><Relationship Type="http://schemas.openxmlformats.org/officeDocument/2006/relationships/slideLayout" Target="/ppt/slideLayouts/slideLayout1.xml" Id="Ra7df36241e84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df36241e84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06c87a8a1417f" /><Relationship Type="http://schemas.openxmlformats.org/officeDocument/2006/relationships/notesSlide" Target="/ppt/notesSlides/notesSlide1.xml" Id="Rdcdb4f15f454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5dc5712ee45c6" /><Relationship Type="http://schemas.openxmlformats.org/officeDocument/2006/relationships/notesSlide" Target="/ppt/notesSlides/notesSlide2.xml" Id="Rac112df2d07e48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05378-6F9E-48F9-80FE-EFF92375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门店 B｜周报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3F092-883E-474D-979F-F5DFFF51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订单 980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库存准确率 96%</a:t>
            </a:r>
          </a:p>
        </p:txBody>
      </p:sp>
    </p:spTree>
    <p:extLst>
      <p:ext uri="{BB962C8B-B14F-4D97-AF65-F5344CB8AC3E}">
        <p14:creationId xmlns:p14="http://schemas.microsoft.com/office/powerpoint/2010/main" val="2033295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C8D7D-E3C9-401D-A4C6-247EB1FB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下周计划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98649-C693-4DF1-B502-2A0329D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补录商品</a:t>
            </a:r>
          </a:p>
        </p:txBody>
      </p:sp>
    </p:spTree>
    <p:extLst>
      <p:ext uri="{BB962C8B-B14F-4D97-AF65-F5344CB8AC3E}">
        <p14:creationId xmlns:p14="http://schemas.microsoft.com/office/powerpoint/2010/main" val="300156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2026-08-11T14:21:38.2490000Z</dcterms:created>
  <dcterms:modified xsi:type="dcterms:W3CDTF">2026-08-11T14:21:38.2490000Z</dcterms:modified>
</coreProperties>
</file>