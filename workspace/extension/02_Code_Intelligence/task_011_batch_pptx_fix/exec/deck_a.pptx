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241b7d2bc4613" /><Relationship Type="http://schemas.openxmlformats.org/officeDocument/2006/relationships/extended-properties" Target="/docProps/app.xml" Id="R1b28eff3aa3f4e5b" /><Relationship Type="http://schemas.openxmlformats.org/officeDocument/2006/relationships/officeDocument" Target="/ppt/presentation.xml" Id="R4722c272f3064d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b79f9a99f42d8"/>
  </p:sldMasterIdLst>
  <p:notesMasterIdLst>
    <p:notesMasterId xmlns:r="http://schemas.openxmlformats.org/officeDocument/2006/relationships" r:id="R510ccf7aaf0b45e5"/>
  </p:notesMasterIdLst>
  <p:sldIdLst>
    <p:sldId xmlns:r="http://schemas.openxmlformats.org/officeDocument/2006/relationships" id="256" r:id="Rd58dcf4c2fbd4e55"/>
    <p:sldId xmlns:r="http://schemas.openxmlformats.org/officeDocument/2006/relationships" id="257" r:id="R5ed50b78aa8948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d6b3d5da884489" /><Relationship Type="http://schemas.openxmlformats.org/officeDocument/2006/relationships/slideMaster" Target="/ppt/slideMasters/slideMaster1.xml" Id="Rf5bb79f9a99f42d8" /><Relationship Type="http://schemas.openxmlformats.org/officeDocument/2006/relationships/notesMaster" Target="/ppt/notesMasters/notesMaster1.xml" Id="R510ccf7aaf0b45e5" /><Relationship Type="http://schemas.openxmlformats.org/officeDocument/2006/relationships/presProps" Target="/ppt/presProps.xml" Id="R96a879d955654c09" /><Relationship Type="http://schemas.openxmlformats.org/officeDocument/2006/relationships/tableStyles" Target="/ppt/tableStyles.xml" Id="R31cc143d3395411c" /><Relationship Type="http://schemas.openxmlformats.org/officeDocument/2006/relationships/slide" Target="/ppt/slides/slide1.xml" Id="Rd58dcf4c2fbd4e55" /><Relationship Type="http://schemas.openxmlformats.org/officeDocument/2006/relationships/slide" Target="/ppt/slides/slide2.xml" Id="R5ed50b78aa8948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c229deea2843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981630f0e142c2" /><Relationship Type="http://schemas.openxmlformats.org/officeDocument/2006/relationships/notesMaster" Target="/ppt/notesMasters/notesMaster1.xml" Id="R7e562fb1f3d546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d4e5736b54bd6" /><Relationship Type="http://schemas.openxmlformats.org/officeDocument/2006/relationships/notesMaster" Target="/ppt/notesMasters/notesMaster1.xml" Id="Rca3b5a46feb645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1f1e32b6a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a098c3e34a49ea" /><Relationship Type="http://schemas.openxmlformats.org/officeDocument/2006/relationships/slideLayout" Target="/ppt/slideLayouts/slideLayout1.xml" Id="Rd429b1fa2d49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29b1fa2d49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a4b85f6f4dc1" /><Relationship Type="http://schemas.openxmlformats.org/officeDocument/2006/relationships/notesSlide" Target="/ppt/notesSlides/notesSlide1.xml" Id="R89209a332a3c46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e6823c12a47d5" /><Relationship Type="http://schemas.openxmlformats.org/officeDocument/2006/relationships/notesSlide" Target="/ppt/notesSlides/notesSlide2.xml" Id="Rab4ef2214ab843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751DA-5EF6-4FC6-A2AA-FD7DB622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门店 A｜周报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F05CE-93CA-47EC-B7FA-6B87F88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订单 1200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库存准确率 98%</a:t>
            </a:r>
          </a:p>
        </p:txBody>
      </p:sp>
    </p:spTree>
    <p:extLst>
      <p:ext uri="{BB962C8B-B14F-4D97-AF65-F5344CB8AC3E}">
        <p14:creationId xmlns:p14="http://schemas.microsoft.com/office/powerpoint/2010/main" val="768699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897BD-B3C8-4638-87A6-04E51CD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下周计划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13282-CDD9-45FC-9830-4D894269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完成培训</a:t>
            </a:r>
          </a:p>
        </p:txBody>
      </p:sp>
    </p:spTree>
    <p:extLst>
      <p:ext uri="{BB962C8B-B14F-4D97-AF65-F5344CB8AC3E}">
        <p14:creationId xmlns:p14="http://schemas.microsoft.com/office/powerpoint/2010/main" val="21117641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2026-08-11T14:21:38.2000000Z</dcterms:created>
  <dcterms:modified xsi:type="dcterms:W3CDTF">2026-08-11T14:21:38.2000000Z</dcterms:modified>
</coreProperties>
</file>