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5742c15fa473f" /><Relationship Type="http://schemas.openxmlformats.org/officeDocument/2006/relationships/extended-properties" Target="/docProps/app.xml" Id="R420e708bf20c4c63" /><Relationship Type="http://schemas.openxmlformats.org/officeDocument/2006/relationships/officeDocument" Target="/ppt/presentation.xml" Id="R1801defd7809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0a4f009bc4247"/>
  </p:sldMasterIdLst>
  <p:notesMasterIdLst>
    <p:notesMasterId xmlns:r="http://schemas.openxmlformats.org/officeDocument/2006/relationships" r:id="Rb143aeb796eb458e"/>
  </p:notesMasterIdLst>
  <p:sldIdLst>
    <p:sldId xmlns:r="http://schemas.openxmlformats.org/officeDocument/2006/relationships" id="256" r:id="Rf01bfeaf86ae4792"/>
    <p:sldId xmlns:r="http://schemas.openxmlformats.org/officeDocument/2006/relationships" id="257" r:id="R3c7d8f665a37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23cf379194d63" /><Relationship Type="http://schemas.openxmlformats.org/officeDocument/2006/relationships/slideMaster" Target="/ppt/slideMasters/slideMaster1.xml" Id="Rb270a4f009bc4247" /><Relationship Type="http://schemas.openxmlformats.org/officeDocument/2006/relationships/notesMaster" Target="/ppt/notesMasters/notesMaster1.xml" Id="Rb143aeb796eb458e" /><Relationship Type="http://schemas.openxmlformats.org/officeDocument/2006/relationships/presProps" Target="/ppt/presProps.xml" Id="Rc8afcf678bb24eb6" /><Relationship Type="http://schemas.openxmlformats.org/officeDocument/2006/relationships/tableStyles" Target="/ppt/tableStyles.xml" Id="R50bd2cc9dae840ff" /><Relationship Type="http://schemas.openxmlformats.org/officeDocument/2006/relationships/slide" Target="/ppt/slides/slide1.xml" Id="Rf01bfeaf86ae4792" /><Relationship Type="http://schemas.openxmlformats.org/officeDocument/2006/relationships/slide" Target="/ppt/slides/slide2.xml" Id="R3c7d8f665a37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a4ff2e102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f12e14bef485d" /><Relationship Type="http://schemas.openxmlformats.org/officeDocument/2006/relationships/notesMaster" Target="/ppt/notesMasters/notesMaster1.xml" Id="R6c60ce665ae9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0b6e2e84d940eb" /><Relationship Type="http://schemas.openxmlformats.org/officeDocument/2006/relationships/notesMaster" Target="/ppt/notesMasters/notesMaster1.xml" Id="R6a0514b6e628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7ebe1ef124d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42ef1a14054e1e" /><Relationship Type="http://schemas.openxmlformats.org/officeDocument/2006/relationships/slideLayout" Target="/ppt/slideLayouts/slideLayout1.xml" Id="Rf982472f9280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2472f9280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8db030bb7455d" /><Relationship Type="http://schemas.openxmlformats.org/officeDocument/2006/relationships/notesSlide" Target="/ppt/notesSlides/notesSlide1.xml" Id="Rbc72d1ad36e9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2d3f9d95748f6" /><Relationship Type="http://schemas.openxmlformats.org/officeDocument/2006/relationships/notesSlide" Target="/ppt/notesSlides/notesSlide2.xml" Id="R208de01d15f7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52E2A-C998-4B61-A219-487D330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门店 C｜周报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0F755-FDA2-44FD-90C0-AFBFE35C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订单 1430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库存准确率 99%</a:t>
            </a:r>
          </a:p>
        </p:txBody>
      </p:sp>
    </p:spTree>
    <p:extLst>
      <p:ext uri="{BB962C8B-B14F-4D97-AF65-F5344CB8AC3E}">
        <p14:creationId xmlns:p14="http://schemas.microsoft.com/office/powerpoint/2010/main" val="1680288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E321D-10AD-443A-B871-ED7EC1A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下周计划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5498-C08C-4CDA-8C44-AFDF5D2E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开启试点</a:t>
            </a:r>
          </a:p>
        </p:txBody>
      </p:sp>
    </p:spTree>
    <p:extLst>
      <p:ext uri="{BB962C8B-B14F-4D97-AF65-F5344CB8AC3E}">
        <p14:creationId xmlns:p14="http://schemas.microsoft.com/office/powerpoint/2010/main" val="926745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2026-08-11T14:21:38.2920000Z</dcterms:created>
  <dcterms:modified xsi:type="dcterms:W3CDTF">2026-08-11T14:21:38.2920000Z</dcterms:modified>
</coreProperties>
</file>