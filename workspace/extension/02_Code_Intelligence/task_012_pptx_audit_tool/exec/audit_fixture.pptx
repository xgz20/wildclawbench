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c4c418e8b04e89" /><Relationship Type="http://schemas.openxmlformats.org/officeDocument/2006/relationships/extended-properties" Target="/docProps/app.xml" Id="Rde9e6f522816446f" /><Relationship Type="http://schemas.openxmlformats.org/officeDocument/2006/relationships/officeDocument" Target="/ppt/presentation.xml" Id="R973970729dc14b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9f035ea6904205"/>
  </p:sldMasterIdLst>
  <p:notesMasterIdLst>
    <p:notesMasterId xmlns:r="http://schemas.openxmlformats.org/officeDocument/2006/relationships" r:id="Ra8220da8b37a4bf1"/>
  </p:notesMasterIdLst>
  <p:sldIdLst>
    <p:sldId xmlns:r="http://schemas.openxmlformats.org/officeDocument/2006/relationships" id="256" r:id="Rf1d2d6c027334666"/>
    <p:sldId xmlns:r="http://schemas.openxmlformats.org/officeDocument/2006/relationships" id="257" r:id="R177ab7dd8aca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f5203c955e4e77" /><Relationship Type="http://schemas.openxmlformats.org/officeDocument/2006/relationships/slideMaster" Target="/ppt/slideMasters/slideMaster1.xml" Id="R379f035ea6904205" /><Relationship Type="http://schemas.openxmlformats.org/officeDocument/2006/relationships/notesMaster" Target="/ppt/notesMasters/notesMaster1.xml" Id="Ra8220da8b37a4bf1" /><Relationship Type="http://schemas.openxmlformats.org/officeDocument/2006/relationships/presProps" Target="/ppt/presProps.xml" Id="R45758e4cb3ad40ed" /><Relationship Type="http://schemas.openxmlformats.org/officeDocument/2006/relationships/tableStyles" Target="/ppt/tableStyles.xml" Id="R1d19120263a647e8" /><Relationship Type="http://schemas.openxmlformats.org/officeDocument/2006/relationships/slide" Target="/ppt/slides/slide1.xml" Id="Rf1d2d6c027334666" /><Relationship Type="http://schemas.openxmlformats.org/officeDocument/2006/relationships/slide" Target="/ppt/slides/slide2.xml" Id="R177ab7dd8aca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9a823a44f24d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73b77151c41c7" /><Relationship Type="http://schemas.openxmlformats.org/officeDocument/2006/relationships/notesMaster" Target="/ppt/notesMasters/notesMaster1.xml" Id="R36e5b538da89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2ce655f1b0479c" /><Relationship Type="http://schemas.openxmlformats.org/officeDocument/2006/relationships/notesMaster" Target="/ppt/notesMasters/notesMaster1.xml" Id="R0fd39f466eec49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本页为评测夹具，事实来自任务随附文件；无外部来源。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004fa73a1a48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37cc2cef0b42f2" /><Relationship Type="http://schemas.openxmlformats.org/officeDocument/2006/relationships/slideLayout" Target="/ppt/slideLayouts/slideLayout1.xml" Id="Rfab2ad8fa0a541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2ad8fa0a541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4478624d24ac4" /><Relationship Type="http://schemas.openxmlformats.org/officeDocument/2006/relationships/notesSlide" Target="/ppt/notesSlides/notesSlide1.xml" Id="R548453f6316a45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603e0fe2c4cb8" /><Relationship Type="http://schemas.openxmlformats.org/officeDocument/2006/relationships/notesSlide" Target="/ppt/notesSlides/notesSlide2.xml" Id="R8741914dd17344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DF76B8-EAD6-4E7A-887A-96FC68C8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结构审计夹具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37BE5-E3A8-4BB1-BBDA-52946179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这是一个用于审计的演示文稿。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标题、正文和备注均应可被工具读取。</a:t>
            </a:r>
          </a:p>
        </p:txBody>
      </p:sp>
    </p:spTree>
    <p:extLst>
      <p:ext uri="{BB962C8B-B14F-4D97-AF65-F5344CB8AC3E}">
        <p14:creationId xmlns:p14="http://schemas.microsoft.com/office/powerpoint/2010/main" val="1063597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E29A2-E9E4-4B8E-861A-5AFC300E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检查项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E0417-CB42-4A5A-9486-5F05EEE6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页数｜标题｜备注｜可编辑文本｜无空白占位符</a:t>
            </a:r>
          </a:p>
        </p:txBody>
      </p:sp>
    </p:spTree>
    <p:extLst>
      <p:ext uri="{BB962C8B-B14F-4D97-AF65-F5344CB8AC3E}">
        <p14:creationId xmlns:p14="http://schemas.microsoft.com/office/powerpoint/2010/main" val="1207042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2026-08-11T14:21:38.3400000Z</dcterms:created>
  <dcterms:modified xsi:type="dcterms:W3CDTF">2026-08-11T14:21:38.3400000Z</dcterms:modified>
</coreProperties>
</file>