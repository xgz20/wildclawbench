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b0d9eeded14f71" /><Relationship Type="http://schemas.openxmlformats.org/officeDocument/2006/relationships/extended-properties" Target="/docProps/app.xml" Id="R1a88417122a74947" /><Relationship Type="http://schemas.openxmlformats.org/officeDocument/2006/relationships/officeDocument" Target="/ppt/presentation.xml" Id="R08db3b71ef574f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250d6d5fb24e8a"/>
  </p:sldMasterIdLst>
  <p:notesMasterIdLst>
    <p:notesMasterId xmlns:r="http://schemas.openxmlformats.org/officeDocument/2006/relationships" r:id="Re52ef1357dae4567"/>
  </p:notesMasterIdLst>
  <p:sldIdLst>
    <p:sldId xmlns:r="http://schemas.openxmlformats.org/officeDocument/2006/relationships" id="256" r:id="R759a54dff951481a"/>
    <p:sldId xmlns:r="http://schemas.openxmlformats.org/officeDocument/2006/relationships" id="257" r:id="R2ef1f849c6fd47df"/>
    <p:sldId xmlns:r="http://schemas.openxmlformats.org/officeDocument/2006/relationships" id="258" r:id="R987aeae6bc1040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bec4dfd0504052" /><Relationship Type="http://schemas.openxmlformats.org/officeDocument/2006/relationships/slideMaster" Target="/ppt/slideMasters/slideMaster1.xml" Id="R9f250d6d5fb24e8a" /><Relationship Type="http://schemas.openxmlformats.org/officeDocument/2006/relationships/notesMaster" Target="/ppt/notesMasters/notesMaster1.xml" Id="Re52ef1357dae4567" /><Relationship Type="http://schemas.openxmlformats.org/officeDocument/2006/relationships/presProps" Target="/ppt/presProps.xml" Id="R7ca3d6271c0b424a" /><Relationship Type="http://schemas.openxmlformats.org/officeDocument/2006/relationships/tableStyles" Target="/ppt/tableStyles.xml" Id="R12fbb498f82a4ba3" /><Relationship Type="http://schemas.openxmlformats.org/officeDocument/2006/relationships/slide" Target="/ppt/slides/slide1.xml" Id="R759a54dff951481a" /><Relationship Type="http://schemas.openxmlformats.org/officeDocument/2006/relationships/slide" Target="/ppt/slides/slide2.xml" Id="R2ef1f849c6fd47df" /><Relationship Type="http://schemas.openxmlformats.org/officeDocument/2006/relationships/slide" Target="/ppt/slides/slide3.xml" Id="R987aeae6bc1040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ddf7dad3774f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1b85a3c6e448b3" /><Relationship Type="http://schemas.openxmlformats.org/officeDocument/2006/relationships/notesMaster" Target="/ppt/notesMasters/notesMaster1.xml" Id="R6fa89f01682646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177efe35cc4878" /><Relationship Type="http://schemas.openxmlformats.org/officeDocument/2006/relationships/notesMaster" Target="/ppt/notesMasters/notesMaster1.xml" Id="Rdbc0e95618df4a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15acabe54e47fa" /><Relationship Type="http://schemas.openxmlformats.org/officeDocument/2006/relationships/notesMaster" Target="/ppt/notesMasters/notesMaster1.xml" Id="R03f6aef4064b4d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bd40e63424c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1237ac20e64c85" /><Relationship Type="http://schemas.openxmlformats.org/officeDocument/2006/relationships/slideLayout" Target="/ppt/slideLayouts/slideLayout1.xml" Id="Rf36619d2d2974b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6619d2d2974b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efe3bedaa4137" /><Relationship Type="http://schemas.openxmlformats.org/officeDocument/2006/relationships/notesSlide" Target="/ppt/notesSlides/notesSlide1.xml" Id="Rb7cd35dbcdfd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c820857424331" /><Relationship Type="http://schemas.openxmlformats.org/officeDocument/2006/relationships/notesSlide" Target="/ppt/notesSlides/notesSlide2.xml" Id="Rea26cc52195544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47ecb0a2a4be6" /><Relationship Type="http://schemas.openxmlformats.org/officeDocument/2006/relationships/notesSlide" Target="/ppt/notesSlides/notesSlide3.xml" Id="R35777a12357c46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2CF49-C1B8-4B57-A115-38D71ADB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新客引导项目路线图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C6BC3-0EF1-4C45-AD9C-B1EEE020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版本 2｜5 月 18 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6A6A2-745B-4C8A-8EAA-190E8D27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上线目标：7 月 7 日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灰度范围：20% 新用户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成功指标：完成率 75%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主要风险：支付接口不稳定；新增隐私提示审核</a:t>
            </a:r>
          </a:p>
        </p:txBody>
      </p:sp>
    </p:spTree>
    <p:extLst>
      <p:ext uri="{BB962C8B-B14F-4D97-AF65-F5344CB8AC3E}">
        <p14:creationId xmlns:p14="http://schemas.microsoft.com/office/powerpoint/2010/main" val="70497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7A73A-A8FA-414F-9770-A3E90F84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资源安排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64675-786E-4660-9FA1-70E333B1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产品 3 人｜研发 5 人｜设计 1 人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预算：95 万元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评审节奏：每周一、周四</a:t>
            </a:r>
          </a:p>
        </p:txBody>
      </p:sp>
    </p:spTree>
    <p:extLst>
      <p:ext uri="{BB962C8B-B14F-4D97-AF65-F5344CB8AC3E}">
        <p14:creationId xmlns:p14="http://schemas.microsoft.com/office/powerpoint/2010/main" val="505305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3778D-4BE2-447E-A14C-B2163ECA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里程碑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7E406-E90F-458A-8B5D-75719540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5/27 需求冻结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6/17 灰度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6/24 数据复盘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7/07 全量</a:t>
            </a:r>
          </a:p>
        </p:txBody>
      </p:sp>
    </p:spTree>
    <p:extLst>
      <p:ext uri="{BB962C8B-B14F-4D97-AF65-F5344CB8AC3E}">
        <p14:creationId xmlns:p14="http://schemas.microsoft.com/office/powerpoint/2010/main" val="1857491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2026-08-11T14:21:37.9680000Z</dcterms:created>
  <dcterms:modified xsi:type="dcterms:W3CDTF">2026-08-11T14:21:37.9680000Z</dcterms:modified>
</coreProperties>
</file>