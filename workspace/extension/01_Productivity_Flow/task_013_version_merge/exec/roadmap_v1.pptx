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7432d6c5dab4e46" /><Relationship Type="http://schemas.openxmlformats.org/officeDocument/2006/relationships/extended-properties" Target="/docProps/app.xml" Id="R427f89c04adb403d" /><Relationship Type="http://schemas.openxmlformats.org/officeDocument/2006/relationships/officeDocument" Target="/ppt/presentation.xml" Id="R1d766f389312490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6dbac69f4944ffa"/>
  </p:sldMasterIdLst>
  <p:notesMasterIdLst>
    <p:notesMasterId xmlns:r="http://schemas.openxmlformats.org/officeDocument/2006/relationships" r:id="Ra38ebfcb28b84f70"/>
  </p:notesMasterIdLst>
  <p:sldIdLst>
    <p:sldId xmlns:r="http://schemas.openxmlformats.org/officeDocument/2006/relationships" id="256" r:id="Rbb367e62242243c0"/>
    <p:sldId xmlns:r="http://schemas.openxmlformats.org/officeDocument/2006/relationships" id="257" r:id="Rcd44e7455e574c85"/>
    <p:sldId xmlns:r="http://schemas.openxmlformats.org/officeDocument/2006/relationships" id="258" r:id="Rfc0ff914033e463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b82998e379049f0" /><Relationship Type="http://schemas.openxmlformats.org/officeDocument/2006/relationships/slideMaster" Target="/ppt/slideMasters/slideMaster1.xml" Id="Ra6dbac69f4944ffa" /><Relationship Type="http://schemas.openxmlformats.org/officeDocument/2006/relationships/notesMaster" Target="/ppt/notesMasters/notesMaster1.xml" Id="Ra38ebfcb28b84f70" /><Relationship Type="http://schemas.openxmlformats.org/officeDocument/2006/relationships/presProps" Target="/ppt/presProps.xml" Id="R6feeab7ee95c44f4" /><Relationship Type="http://schemas.openxmlformats.org/officeDocument/2006/relationships/tableStyles" Target="/ppt/tableStyles.xml" Id="R3275a0a3fe364bd5" /><Relationship Type="http://schemas.openxmlformats.org/officeDocument/2006/relationships/slide" Target="/ppt/slides/slide1.xml" Id="Rbb367e62242243c0" /><Relationship Type="http://schemas.openxmlformats.org/officeDocument/2006/relationships/slide" Target="/ppt/slides/slide2.xml" Id="Rcd44e7455e574c85" /><Relationship Type="http://schemas.openxmlformats.org/officeDocument/2006/relationships/slide" Target="/ppt/slides/slide3.xml" Id="Rfc0ff914033e463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427108d3f36451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6862b5a89bb4d80" /><Relationship Type="http://schemas.openxmlformats.org/officeDocument/2006/relationships/notesMaster" Target="/ppt/notesMasters/notesMaster1.xml" Id="Reecc3dfbe0194a7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2cb2e74e8ab4f07" /><Relationship Type="http://schemas.openxmlformats.org/officeDocument/2006/relationships/notesMaster" Target="/ppt/notesMasters/notesMaster1.xml" Id="R16bc99dff64b456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8e639af0acf45c1" /><Relationship Type="http://schemas.openxmlformats.org/officeDocument/2006/relationships/notesMaster" Target="/ppt/notesMasters/notesMaster1.xml" Id="R6ad0aac0e892490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本页为评测夹具，事实来自任务随附文件；无外部来源。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本页为评测夹具，事实来自任务随附文件；无外部来源。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本页为评测夹具，事实来自任务随附文件；无外部来源。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f492bbee3a6449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cccabf158e94720" /><Relationship Type="http://schemas.openxmlformats.org/officeDocument/2006/relationships/slideLayout" Target="/ppt/slideLayouts/slideLayout1.xml" Id="R5c740ca3401941d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c740ca3401941d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57a7af5b2641f5" /><Relationship Type="http://schemas.openxmlformats.org/officeDocument/2006/relationships/notesSlide" Target="/ppt/notesSlides/notesSlide1.xml" Id="Ra5cbe71fa9034b6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6db3d9dcf247df" /><Relationship Type="http://schemas.openxmlformats.org/officeDocument/2006/relationships/notesSlide" Target="/ppt/notesSlides/notesSlide2.xml" Id="Rfaad3283829a437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9b898bb44947a5" /><Relationship Type="http://schemas.openxmlformats.org/officeDocument/2006/relationships/notesSlide" Target="/ppt/notesSlides/notesSlide3.xml" Id="R2f0f2c1099b946e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B93604-CBFA-4E7B-9EF2-F020F6E96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20618"/>
                </a:solidFill>
              </a:defRPr>
            </a:pPr>
            <a:r>
              <a:rPr sz="2700" b="1">
                <a:solidFill>
                  <a:srgbClr val="020618"/>
                </a:solidFill>
              </a:rPr>
              <a:t>新客引导项目路线图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51E884-74AA-4B23-AF97-DDCA3C7D4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8600"/>
            <a:ext cx="762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2748E"/>
                </a:solidFill>
              </a:defRPr>
            </a:pPr>
            <a:r>
              <a:rPr sz="900" b="1">
                <a:solidFill>
                  <a:srgbClr val="62748E"/>
                </a:solidFill>
              </a:rPr>
              <a:t>版本 1｜5 月 10 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3F4E8E-B354-4261-88D6-BAE336147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24000"/>
            <a:ext cx="104775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314158"/>
                </a:solidFill>
              </a:defRPr>
            </a:pPr>
            <a:r>
              <a:rPr sz="1650">
                <a:solidFill>
                  <a:srgbClr val="314158"/>
                </a:solidFill>
              </a:rPr>
              <a:t>上线目标：6 月 30 日</a:t>
            </a:r>
          </a:p>
          <a:p xmlns:a="http://schemas.openxmlformats.org/drawingml/2006/main">
            <a:pPr>
              <a:defRPr sz="1650">
                <a:solidFill>
                  <a:srgbClr val="314158"/>
                </a:solidFill>
              </a:defRPr>
            </a:pPr>
            <a:r>
              <a:rPr sz="1650">
                <a:solidFill>
                  <a:srgbClr val="314158"/>
                </a:solidFill>
              </a:rPr>
              <a:t>灰度范围：10% 新用户</a:t>
            </a:r>
          </a:p>
          <a:p xmlns:a="http://schemas.openxmlformats.org/drawingml/2006/main">
            <a:pPr>
              <a:defRPr sz="1650">
                <a:solidFill>
                  <a:srgbClr val="314158"/>
                </a:solidFill>
              </a:defRPr>
            </a:pPr>
            <a:r>
              <a:rPr sz="1650">
                <a:solidFill>
                  <a:srgbClr val="314158"/>
                </a:solidFill>
              </a:rPr>
              <a:t>成功指标：完成率 70%</a:t>
            </a:r>
          </a:p>
          <a:p xmlns:a="http://schemas.openxmlformats.org/drawingml/2006/main">
            <a:pPr>
              <a:defRPr sz="1650">
                <a:solidFill>
                  <a:srgbClr val="314158"/>
                </a:solidFill>
              </a:defRPr>
            </a:pPr>
            <a:r>
              <a:rPr sz="1650">
                <a:solidFill>
                  <a:srgbClr val="314158"/>
                </a:solidFill>
              </a:rPr>
              <a:t>主要风险：支付接口不稳定</a:t>
            </a:r>
          </a:p>
        </p:txBody>
      </p:sp>
    </p:spTree>
    <p:extLst>
      <p:ext uri="{BB962C8B-B14F-4D97-AF65-F5344CB8AC3E}">
        <p14:creationId xmlns:p14="http://schemas.microsoft.com/office/powerpoint/2010/main" val="118658139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4A88B9-42F9-4805-927D-3AE124028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20618"/>
                </a:solidFill>
              </a:defRPr>
            </a:pPr>
            <a:r>
              <a:rPr sz="2700" b="1">
                <a:solidFill>
                  <a:srgbClr val="020618"/>
                </a:solidFill>
              </a:rPr>
              <a:t>资源安排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041486-4E9E-4FBE-BBE0-B71A9078E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24000"/>
            <a:ext cx="104775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314158"/>
                </a:solidFill>
              </a:defRPr>
            </a:pPr>
            <a:r>
              <a:rPr sz="1650">
                <a:solidFill>
                  <a:srgbClr val="314158"/>
                </a:solidFill>
              </a:rPr>
              <a:t>产品 2 人｜研发 4 人｜设计 1 人</a:t>
            </a:r>
          </a:p>
          <a:p xmlns:a="http://schemas.openxmlformats.org/drawingml/2006/main">
            <a:pPr>
              <a:defRPr sz="1650">
                <a:solidFill>
                  <a:srgbClr val="314158"/>
                </a:solidFill>
              </a:defRPr>
            </a:pPr>
            <a:r>
              <a:rPr sz="1650">
                <a:solidFill>
                  <a:srgbClr val="314158"/>
                </a:solidFill>
              </a:rPr>
              <a:t>预算：80 万元</a:t>
            </a:r>
          </a:p>
          <a:p xmlns:a="http://schemas.openxmlformats.org/drawingml/2006/main">
            <a:pPr>
              <a:defRPr sz="1650">
                <a:solidFill>
                  <a:srgbClr val="314158"/>
                </a:solidFill>
              </a:defRPr>
            </a:pPr>
            <a:r>
              <a:rPr sz="1650">
                <a:solidFill>
                  <a:srgbClr val="314158"/>
                </a:solidFill>
              </a:rPr>
              <a:t>评审节奏：每周一</a:t>
            </a:r>
          </a:p>
        </p:txBody>
      </p:sp>
    </p:spTree>
    <p:extLst>
      <p:ext uri="{BB962C8B-B14F-4D97-AF65-F5344CB8AC3E}">
        <p14:creationId xmlns:p14="http://schemas.microsoft.com/office/powerpoint/2010/main" val="168300785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821F23-35E4-485F-B095-1791C6CFA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20618"/>
                </a:solidFill>
              </a:defRPr>
            </a:pPr>
            <a:r>
              <a:rPr sz="2700" b="1">
                <a:solidFill>
                  <a:srgbClr val="020618"/>
                </a:solidFill>
              </a:rPr>
              <a:t>里程碑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CE563D-86ED-4344-9AC4-D3A4B85D9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24000"/>
            <a:ext cx="104775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314158"/>
                </a:solidFill>
              </a:defRPr>
            </a:pPr>
            <a:r>
              <a:rPr sz="1650">
                <a:solidFill>
                  <a:srgbClr val="314158"/>
                </a:solidFill>
              </a:rPr>
              <a:t>5/20 需求冻结</a:t>
            </a:r>
          </a:p>
          <a:p xmlns:a="http://schemas.openxmlformats.org/drawingml/2006/main">
            <a:pPr>
              <a:defRPr sz="1650">
                <a:solidFill>
                  <a:srgbClr val="314158"/>
                </a:solidFill>
              </a:defRPr>
            </a:pPr>
            <a:r>
              <a:rPr sz="1650">
                <a:solidFill>
                  <a:srgbClr val="314158"/>
                </a:solidFill>
              </a:rPr>
              <a:t>6/03 灰度</a:t>
            </a:r>
          </a:p>
          <a:p xmlns:a="http://schemas.openxmlformats.org/drawingml/2006/main">
            <a:pPr>
              <a:defRPr sz="1650">
                <a:solidFill>
                  <a:srgbClr val="314158"/>
                </a:solidFill>
              </a:defRPr>
            </a:pPr>
            <a:r>
              <a:rPr sz="1650">
                <a:solidFill>
                  <a:srgbClr val="314158"/>
                </a:solidFill>
              </a:rPr>
              <a:t>6/17 数据复盘</a:t>
            </a:r>
          </a:p>
          <a:p xmlns:a="http://schemas.openxmlformats.org/drawingml/2006/main">
            <a:pPr>
              <a:defRPr sz="1650">
                <a:solidFill>
                  <a:srgbClr val="314158"/>
                </a:solidFill>
              </a:defRPr>
            </a:pPr>
            <a:r>
              <a:rPr sz="1650">
                <a:solidFill>
                  <a:srgbClr val="314158"/>
                </a:solidFill>
              </a:rPr>
              <a:t>6/30 全量</a:t>
            </a:r>
          </a:p>
        </p:txBody>
      </p:sp>
    </p:spTree>
    <p:extLst>
      <p:ext uri="{BB962C8B-B14F-4D97-AF65-F5344CB8AC3E}">
        <p14:creationId xmlns:p14="http://schemas.microsoft.com/office/powerpoint/2010/main" val="193688438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2026-08-11T14:21:37.9010000Z</dcterms:created>
  <dcterms:modified xsi:type="dcterms:W3CDTF">2026-08-11T14:21:37.9010000Z</dcterms:modified>
</coreProperties>
</file>