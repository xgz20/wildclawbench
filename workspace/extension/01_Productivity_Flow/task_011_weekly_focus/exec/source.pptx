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0e2fd686ad4c5a" /><Relationship Type="http://schemas.openxmlformats.org/officeDocument/2006/relationships/extended-properties" Target="/docProps/app.xml" Id="R053bfe15fc684fdb" /><Relationship Type="http://schemas.openxmlformats.org/officeDocument/2006/relationships/officeDocument" Target="/ppt/presentation.xml" Id="R78994c913c4449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e2bf90f6ab459e"/>
  </p:sldMasterIdLst>
  <p:notesMasterIdLst>
    <p:notesMasterId xmlns:r="http://schemas.openxmlformats.org/officeDocument/2006/relationships" r:id="R72af67fc014a40e3"/>
  </p:notesMasterIdLst>
  <p:sldIdLst>
    <p:sldId xmlns:r="http://schemas.openxmlformats.org/officeDocument/2006/relationships" id="256" r:id="Rebaaaa6b16b447d6"/>
    <p:sldId xmlns:r="http://schemas.openxmlformats.org/officeDocument/2006/relationships" id="257" r:id="Rdabe44bb35744274"/>
    <p:sldId xmlns:r="http://schemas.openxmlformats.org/officeDocument/2006/relationships" id="258" r:id="Rd012796185724f4e"/>
    <p:sldId xmlns:r="http://schemas.openxmlformats.org/officeDocument/2006/relationships" id="259" r:id="R5f2e732f1f2c47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9f243176a406a" /><Relationship Type="http://schemas.openxmlformats.org/officeDocument/2006/relationships/slideMaster" Target="/ppt/slideMasters/slideMaster1.xml" Id="R78e2bf90f6ab459e" /><Relationship Type="http://schemas.openxmlformats.org/officeDocument/2006/relationships/notesMaster" Target="/ppt/notesMasters/notesMaster1.xml" Id="R72af67fc014a40e3" /><Relationship Type="http://schemas.openxmlformats.org/officeDocument/2006/relationships/presProps" Target="/ppt/presProps.xml" Id="R4a9e63d7119645e6" /><Relationship Type="http://schemas.openxmlformats.org/officeDocument/2006/relationships/tableStyles" Target="/ppt/tableStyles.xml" Id="Rc5bb57541a8a420f" /><Relationship Type="http://schemas.openxmlformats.org/officeDocument/2006/relationships/slide" Target="/ppt/slides/slide1.xml" Id="Rebaaaa6b16b447d6" /><Relationship Type="http://schemas.openxmlformats.org/officeDocument/2006/relationships/slide" Target="/ppt/slides/slide2.xml" Id="Rdabe44bb35744274" /><Relationship Type="http://schemas.openxmlformats.org/officeDocument/2006/relationships/slide" Target="/ppt/slides/slide3.xml" Id="Rd012796185724f4e" /><Relationship Type="http://schemas.openxmlformats.org/officeDocument/2006/relationships/slide" Target="/ppt/slides/slide4.xml" Id="R5f2e732f1f2c47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f8ed08977140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1805c70bb49f0" /><Relationship Type="http://schemas.openxmlformats.org/officeDocument/2006/relationships/notesMaster" Target="/ppt/notesMasters/notesMaster1.xml" Id="R1fc559ea63774f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0cd01c1da04d8d" /><Relationship Type="http://schemas.openxmlformats.org/officeDocument/2006/relationships/notesMaster" Target="/ppt/notesMasters/notesMaster1.xml" Id="R2d80fc6e6ae349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5290cccd3b4219" /><Relationship Type="http://schemas.openxmlformats.org/officeDocument/2006/relationships/notesMaster" Target="/ppt/notesMasters/notesMaster1.xml" Id="R2c037301279444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71ef7178a14dee" /><Relationship Type="http://schemas.openxmlformats.org/officeDocument/2006/relationships/notesMaster" Target="/ppt/notesMasters/notesMaster1.xml" Id="R0fe7aa06028940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1bef184a04d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7ce935f73e45b2" /><Relationship Type="http://schemas.openxmlformats.org/officeDocument/2006/relationships/slideLayout" Target="/ppt/slideLayouts/slideLayout1.xml" Id="R1fad5e2c24d241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d5e2c24d241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81b9049b94db9" /><Relationship Type="http://schemas.openxmlformats.org/officeDocument/2006/relationships/notesSlide" Target="/ppt/notesSlides/notesSlide1.xml" Id="R19db165a27bd4c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4caa19714476a" /><Relationship Type="http://schemas.openxmlformats.org/officeDocument/2006/relationships/notesSlide" Target="/ppt/notesSlides/notesSlide2.xml" Id="R29a505495b424e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e9b38bf76453d" /><Relationship Type="http://schemas.openxmlformats.org/officeDocument/2006/relationships/chart" Target="/ppt/slides/charts/chart1.xml" Id="R4066926c94d6468d" /><Relationship Type="http://schemas.openxmlformats.org/officeDocument/2006/relationships/notesSlide" Target="/ppt/notesSlides/notesSlide3.xml" Id="R418501e4590344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e1ab83a784cb7" /><Relationship Type="http://schemas.openxmlformats.org/officeDocument/2006/relationships/notesSlide" Target="/ppt/notesSlides/notesSlide4.xml" Id="R9ceb5bfb13ef48f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完成率</c:v>
              </c:pt>
              <c:pt idx="1">
                <c:v>目标</c:v>
              </c:pt>
              <c:pt idx="2">
                <c:v>工单(归一化)</c:v>
              </c:pt>
            </c:strLit>
          </c:cat>
          <c:val>
            <c:numLit>
              <c:formatCode>General</c:formatCode>
              <c:ptCount val="3"/>
              <c:pt idx="0">
                <c:v>68</c:v>
              </c:pt>
              <c:pt idx="1">
                <c:v>75</c:v>
              </c:pt>
              <c:pt idx="2">
                <c:v>42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35471-ABE9-48AB-89CE-A6BFB24A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Q2 产品迭代进展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BC770-44F7-46C0-BA9F-043851CA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产品团队｜内部周会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EFBD4-8D94-47D7-87E9-939AF34E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目标：6 月底完成移动端新客引导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本周完成：埋点方案、灰度名单、客服培训稿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风险：支付接口联调比计划晚 3 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9080C-D75A-4F97-8DFE-F4322B17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需要本周决定：是否把灰度范围从 10% 提到 20%</a:t>
            </a:r>
          </a:p>
        </p:txBody>
      </p:sp>
    </p:spTree>
    <p:extLst>
      <p:ext uri="{BB962C8B-B14F-4D97-AF65-F5344CB8AC3E}">
        <p14:creationId xmlns:p14="http://schemas.microsoft.com/office/powerpoint/2010/main" val="1692732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1D149-B66A-4D33-BB16-23419793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里程碑与负责人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78E7A-2753-4A3D-ACD2-E7740845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5/20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埋点验收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负责人：林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75250-ED2D-4489-9152-D5B903E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5/27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灰度发布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负责人：周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93363-86AF-489C-9F22-B81270F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6/10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全量评审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负责人：陈</a:t>
            </a:r>
          </a:p>
        </p:txBody>
      </p:sp>
    </p:spTree>
    <p:extLst>
      <p:ext uri="{BB962C8B-B14F-4D97-AF65-F5344CB8AC3E}">
        <p14:creationId xmlns:p14="http://schemas.microsoft.com/office/powerpoint/2010/main" val="186469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6DD6A-CC22-497F-877D-BA53F16F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数据快照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9C00A-D823-4FED-AF97-6E29F626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新客引导完成率：68%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目标完成率：75%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客服工单：42 条（较上周 -18%）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样本量：12,400 次启动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953250" y="1619250"/>
          <a:ext xmlns:a="http://schemas.openxmlformats.org/drawingml/2006/main" cx="4095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66926c94d6468d"/>
          </a:graphicData>
        </a:graphic>
      </p:graphicFrame>
    </p:spTree>
    <p:extLst>
      <p:ext uri="{BB962C8B-B14F-4D97-AF65-F5344CB8AC3E}">
        <p14:creationId xmlns:p14="http://schemas.microsoft.com/office/powerpoint/2010/main" val="2096816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53503-7135-4018-94AA-BEEF1309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待办与决策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A9D98-01F6-4477-A310-0631389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1. 周三前确认灰度名单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2. 补齐支付失败埋点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3. 为客服准备FAQ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4. 若错误率超过 2%，立即回滚</a:t>
            </a:r>
          </a:p>
        </p:txBody>
      </p:sp>
    </p:spTree>
    <p:extLst>
      <p:ext uri="{BB962C8B-B14F-4D97-AF65-F5344CB8AC3E}">
        <p14:creationId xmlns:p14="http://schemas.microsoft.com/office/powerpoint/2010/main" val="1611758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2026-08-11T14:21:37.5470000Z</dcterms:created>
  <dcterms:modified xsi:type="dcterms:W3CDTF">2026-08-11T14:21:37.5470000Z</dcterms:modified>
</coreProperties>
</file>