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45218f4a4d4bba" /><Relationship Type="http://schemas.openxmlformats.org/officeDocument/2006/relationships/extended-properties" Target="/docProps/app.xml" Id="R58702ac7a24042ec" /><Relationship Type="http://schemas.openxmlformats.org/officeDocument/2006/relationships/officeDocument" Target="/ppt/presentation.xml" Id="Rba76efd56b30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93dc16235a46e2"/>
  </p:sldMasterIdLst>
  <p:notesMasterIdLst>
    <p:notesMasterId xmlns:r="http://schemas.openxmlformats.org/officeDocument/2006/relationships" r:id="Rd3105a2f7920430e"/>
  </p:notesMasterIdLst>
  <p:sldIdLst>
    <p:sldId xmlns:r="http://schemas.openxmlformats.org/officeDocument/2006/relationships" id="256" r:id="R061962f5da5e4a81"/>
    <p:sldId xmlns:r="http://schemas.openxmlformats.org/officeDocument/2006/relationships" id="257" r:id="R6666a94bda704c02"/>
    <p:sldId xmlns:r="http://schemas.openxmlformats.org/officeDocument/2006/relationships" id="258" r:id="R9120dc9b0a4d4f62"/>
    <p:sldId xmlns:r="http://schemas.openxmlformats.org/officeDocument/2006/relationships" id="259" r:id="Refce56aefa474a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1952d06e864dd1" /><Relationship Type="http://schemas.openxmlformats.org/officeDocument/2006/relationships/slideMaster" Target="/ppt/slideMasters/slideMaster1.xml" Id="Rcb93dc16235a46e2" /><Relationship Type="http://schemas.openxmlformats.org/officeDocument/2006/relationships/notesMaster" Target="/ppt/notesMasters/notesMaster1.xml" Id="Rd3105a2f7920430e" /><Relationship Type="http://schemas.openxmlformats.org/officeDocument/2006/relationships/presProps" Target="/ppt/presProps.xml" Id="R2c6a82ad3f424596" /><Relationship Type="http://schemas.openxmlformats.org/officeDocument/2006/relationships/tableStyles" Target="/ppt/tableStyles.xml" Id="R564e13fc0fd249d6" /><Relationship Type="http://schemas.openxmlformats.org/officeDocument/2006/relationships/slide" Target="/ppt/slides/slide1.xml" Id="R061962f5da5e4a81" /><Relationship Type="http://schemas.openxmlformats.org/officeDocument/2006/relationships/slide" Target="/ppt/slides/slide2.xml" Id="R6666a94bda704c02" /><Relationship Type="http://schemas.openxmlformats.org/officeDocument/2006/relationships/slide" Target="/ppt/slides/slide3.xml" Id="R9120dc9b0a4d4f62" /><Relationship Type="http://schemas.openxmlformats.org/officeDocument/2006/relationships/slide" Target="/ppt/slides/slide4.xml" Id="Refce56aefa474a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1c8b1f746144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ea4b53eec4a98" /><Relationship Type="http://schemas.openxmlformats.org/officeDocument/2006/relationships/notesMaster" Target="/ppt/notesMasters/notesMaster1.xml" Id="R9eb901872240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c9d23593447f9" /><Relationship Type="http://schemas.openxmlformats.org/officeDocument/2006/relationships/notesMaster" Target="/ppt/notesMasters/notesMaster1.xml" Id="Rbccee077870f49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d3ea43e1784107" /><Relationship Type="http://schemas.openxmlformats.org/officeDocument/2006/relationships/notesMaster" Target="/ppt/notesMasters/notesMaster1.xml" Id="R595dbd9f465b4b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348c09ec8340e4" /><Relationship Type="http://schemas.openxmlformats.org/officeDocument/2006/relationships/notesMaster" Target="/ppt/notesMasters/notesMaster1.xml" Id="R3d8f10c13e3f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b08c1efe442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9fb10dcdcb4250" /><Relationship Type="http://schemas.openxmlformats.org/officeDocument/2006/relationships/slideLayout" Target="/ppt/slideLayouts/slideLayout1.xml" Id="R39f2a82d14354b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f2a82d14354b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01bd10b574683" /><Relationship Type="http://schemas.openxmlformats.org/officeDocument/2006/relationships/notesSlide" Target="/ppt/notesSlides/notesSlide1.xml" Id="R61c74d7782544f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2e46436a14360" /><Relationship Type="http://schemas.openxmlformats.org/officeDocument/2006/relationships/notesSlide" Target="/ppt/notesSlides/notesSlide2.xml" Id="Reb713d7e3d2a41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a00d71492462e" /><Relationship Type="http://schemas.openxmlformats.org/officeDocument/2006/relationships/notesSlide" Target="/ppt/notesSlides/notesSlide3.xml" Id="R079c3a930d064a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ad81488d84f65" /><Relationship Type="http://schemas.openxmlformats.org/officeDocument/2006/relationships/notesSlide" Target="/ppt/notesSlides/notesSlide4.xml" Id="Ra27da1ce4e524b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700E2-0390-4327-8B1B-EDA09EBB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连锁门店数字化升级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012B1-0808-476B-9AEB-559DD36B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客户交付候选稿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9D27D-B025-4AE3-9698-7DC64B0C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目标：让门店在 90 天内完成收银与库存系统切换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覆盖：120 家门店、3 个区域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预期：盘点时间减少 30%</a:t>
            </a:r>
          </a:p>
        </p:txBody>
      </p:sp>
    </p:spTree>
    <p:extLst>
      <p:ext uri="{BB962C8B-B14F-4D97-AF65-F5344CB8AC3E}">
        <p14:creationId xmlns:p14="http://schemas.microsoft.com/office/powerpoint/2010/main" val="4380438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712D9-44F1-44FA-85C4-D0CCD289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实施节奏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B45A-7F5A-4797-8980-60C6FED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准备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数据清理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门店培训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048C7-91E0-4FFC-8314-6CCFEE36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试点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10 家门店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两周观察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86F92-968B-42AE-8C90-505ECFD6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推广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分区域上线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每周复盘</a:t>
            </a:r>
          </a:p>
        </p:txBody>
      </p:sp>
    </p:spTree>
    <p:extLst>
      <p:ext uri="{BB962C8B-B14F-4D97-AF65-F5344CB8AC3E}">
        <p14:creationId xmlns:p14="http://schemas.microsoft.com/office/powerpoint/2010/main" val="6869775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D2BB7-11CF-46B0-ABB9-C5E51838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成功指标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A10C9-03FB-4D20-978A-FA58C01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库存准确率 ≥ 98%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收银故障率 ≤ 1%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培训完成率 = 100%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数据迁移有回滚方案</a:t>
            </a:r>
          </a:p>
        </p:txBody>
      </p:sp>
    </p:spTree>
    <p:extLst>
      <p:ext uri="{BB962C8B-B14F-4D97-AF65-F5344CB8AC3E}">
        <p14:creationId xmlns:p14="http://schemas.microsoft.com/office/powerpoint/2010/main" val="1656410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50008-1E22-4975-AA1B-0755D534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F01D8-D411-4246-B61B-CE8CB4DC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确认试点门店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锁定培训日期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签署上线验收单</a:t>
            </a:r>
          </a:p>
        </p:txBody>
      </p:sp>
    </p:spTree>
    <p:extLst>
      <p:ext uri="{BB962C8B-B14F-4D97-AF65-F5344CB8AC3E}">
        <p14:creationId xmlns:p14="http://schemas.microsoft.com/office/powerpoint/2010/main" val="630794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2026-08-11T14:21:38.0280000Z</dcterms:created>
  <dcterms:modified xsi:type="dcterms:W3CDTF">2026-08-11T14:21:38.0280000Z</dcterms:modified>
</coreProperties>
</file>