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77886588d242e2" /><Relationship Type="http://schemas.openxmlformats.org/officeDocument/2006/relationships/extended-properties" Target="/docProps/app.xml" Id="Rc0b084edf6c1480d" /><Relationship Type="http://schemas.openxmlformats.org/officeDocument/2006/relationships/officeDocument" Target="/ppt/presentation.xml" Id="R86934808f06f45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db8c5a7d18463f"/>
  </p:sldMasterIdLst>
  <p:notesMasterIdLst>
    <p:notesMasterId xmlns:r="http://schemas.openxmlformats.org/officeDocument/2006/relationships" r:id="R1dfd3a6b9d97497d"/>
  </p:notesMasterIdLst>
  <p:sldIdLst>
    <p:sldId xmlns:r="http://schemas.openxmlformats.org/officeDocument/2006/relationships" id="256" r:id="R755927de8e224270"/>
    <p:sldId xmlns:r="http://schemas.openxmlformats.org/officeDocument/2006/relationships" id="257" r:id="Rb2db85d367a044fd"/>
    <p:sldId xmlns:r="http://schemas.openxmlformats.org/officeDocument/2006/relationships" id="258" r:id="Re47b95ed37c04f8c"/>
    <p:sldId xmlns:r="http://schemas.openxmlformats.org/officeDocument/2006/relationships" id="259" r:id="R9c2c16803d1d43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f61d3435e34693" /><Relationship Type="http://schemas.openxmlformats.org/officeDocument/2006/relationships/slideMaster" Target="/ppt/slideMasters/slideMaster1.xml" Id="Rb7db8c5a7d18463f" /><Relationship Type="http://schemas.openxmlformats.org/officeDocument/2006/relationships/notesMaster" Target="/ppt/notesMasters/notesMaster1.xml" Id="R1dfd3a6b9d97497d" /><Relationship Type="http://schemas.openxmlformats.org/officeDocument/2006/relationships/presProps" Target="/ppt/presProps.xml" Id="R793089172d7a4f22" /><Relationship Type="http://schemas.openxmlformats.org/officeDocument/2006/relationships/tableStyles" Target="/ppt/tableStyles.xml" Id="R1b0942b252c9485e" /><Relationship Type="http://schemas.openxmlformats.org/officeDocument/2006/relationships/slide" Target="/ppt/slides/slide1.xml" Id="R755927de8e224270" /><Relationship Type="http://schemas.openxmlformats.org/officeDocument/2006/relationships/slide" Target="/ppt/slides/slide2.xml" Id="Rb2db85d367a044fd" /><Relationship Type="http://schemas.openxmlformats.org/officeDocument/2006/relationships/slide" Target="/ppt/slides/slide3.xml" Id="Re47b95ed37c04f8c" /><Relationship Type="http://schemas.openxmlformats.org/officeDocument/2006/relationships/slide" Target="/ppt/slides/slide4.xml" Id="R9c2c16803d1d43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0510b57acd42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d8a31634f14d02" /><Relationship Type="http://schemas.openxmlformats.org/officeDocument/2006/relationships/notesMaster" Target="/ppt/notesMasters/notesMaster1.xml" Id="R181a08b54f634c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002d64199a44c2" /><Relationship Type="http://schemas.openxmlformats.org/officeDocument/2006/relationships/notesMaster" Target="/ppt/notesMasters/notesMaster1.xml" Id="R5c3bce83d52f46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95337bb511412e" /><Relationship Type="http://schemas.openxmlformats.org/officeDocument/2006/relationships/notesMaster" Target="/ppt/notesMasters/notesMaster1.xml" Id="R188088f5b4174d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4a6546ac064863" /><Relationship Type="http://schemas.openxmlformats.org/officeDocument/2006/relationships/notesMaster" Target="/ppt/notesMasters/notesMaster1.xml" Id="R4b0989805cd049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dd2d7382784c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c5f9a5cafc46b5" /><Relationship Type="http://schemas.openxmlformats.org/officeDocument/2006/relationships/slideLayout" Target="/ppt/slideLayouts/slideLayout1.xml" Id="R035577f0236448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5577f0236448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caac8e24a4621" /><Relationship Type="http://schemas.openxmlformats.org/officeDocument/2006/relationships/notesSlide" Target="/ppt/notesSlides/notesSlide1.xml" Id="R89f9778e736f44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eb9cf657b4aa8" /><Relationship Type="http://schemas.openxmlformats.org/officeDocument/2006/relationships/notesSlide" Target="/ppt/notesSlides/notesSlide2.xml" Id="R654126189c094f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9eddada844ad2" /><Relationship Type="http://schemas.openxmlformats.org/officeDocument/2006/relationships/notesSlide" Target="/ppt/notesSlides/notesSlide3.xml" Id="Rb49532c4cc8243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cdebd10ea4e60" /><Relationship Type="http://schemas.openxmlformats.org/officeDocument/2006/relationships/notesSlide" Target="/ppt/notesSlides/notesSlide4.xml" Id="R6919f2ba4e3642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276B4-7D40-4BD4-960B-0B0DCEA5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客户退款政策更新（内部讨论稿）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A2D3F-5548-4D62-95E7-E8D9B92C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48E"/>
                </a:solidFill>
              </a:defRPr>
            </a:pPr>
            <a:r>
              <a:rPr sz="900" b="1">
                <a:solidFill>
                  <a:srgbClr val="62748E"/>
                </a:solidFill>
              </a:rPr>
              <a:t>运营政策草案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3FA35-BE8E-4DAA-B60F-A68057B7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背景：退款入口从订单页迁移到售后中心。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规则：发货前可全额退款；发货后 7 天内可申请；定制商品不支持无理由退款。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流程：用户提交—客服初审—仓库确认—财务退款。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例外：重复扣款、物流损坏、平台投诉。</a:t>
            </a:r>
          </a:p>
          <a:p xmlns:a="http://schemas.openxmlformats.org/drawingml/2006/main">
            <a:pPr>
              <a:defRPr sz="1350">
                <a:solidFill>
                  <a:srgbClr val="314158"/>
                </a:solidFill>
              </a:defRPr>
            </a:pPr>
            <a:r>
              <a:rPr sz="1350">
                <a:solidFill>
                  <a:srgbClr val="314158"/>
                </a:solidFill>
              </a:rPr>
              <a:t>风险：旧文案仍在帮助中心，需要统一替换。</a:t>
            </a:r>
          </a:p>
        </p:txBody>
      </p:sp>
    </p:spTree>
    <p:extLst>
      <p:ext uri="{BB962C8B-B14F-4D97-AF65-F5344CB8AC3E}">
        <p14:creationId xmlns:p14="http://schemas.microsoft.com/office/powerpoint/2010/main" val="3657223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59C3B-36BF-4218-B8FB-1291BBA5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渠道差异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8311C-5D78-4996-B9AA-00B291BF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3401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APP</a:t>
            </a:r>
          </a:p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入口：售后中心</a:t>
            </a:r>
          </a:p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文案：预计 3–5 天到账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4960E-61FC-422D-B6A7-8C1C3F6E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950" y="1619250"/>
            <a:ext cx="33401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小程序</a:t>
            </a:r>
          </a:p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入口：订单详情</a:t>
            </a:r>
          </a:p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文案：预计 1–3 天到账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50DE1-E172-462F-9CFC-063761FA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1619250"/>
            <a:ext cx="33401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人工客服</a:t>
            </a:r>
          </a:p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需核验订单号</a:t>
            </a:r>
          </a:p>
          <a:p xmlns:a="http://schemas.openxmlformats.org/drawingml/2006/main">
            <a:pPr>
              <a:defRPr sz="1500">
                <a:solidFill>
                  <a:srgbClr val="1D293D"/>
                </a:solidFill>
              </a:defRPr>
            </a:pPr>
            <a:r>
              <a:rPr sz="1500">
                <a:solidFill>
                  <a:srgbClr val="1D293D"/>
                </a:solidFill>
              </a:rPr>
              <a:t>不得承诺具体到账日</a:t>
            </a:r>
          </a:p>
        </p:txBody>
      </p:sp>
    </p:spTree>
    <p:extLst>
      <p:ext uri="{BB962C8B-B14F-4D97-AF65-F5344CB8AC3E}">
        <p14:creationId xmlns:p14="http://schemas.microsoft.com/office/powerpoint/2010/main" val="10093861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547E4-6DB0-49A9-A024-8CEF42A4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执行清单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E5BFB-6E41-4625-97C0-BEF5C917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更新帮助中心｜运营｜5/24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替换 APP 文案｜产品｜5/26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培训客服｜支持｜5/28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抽查 20 单｜质控｜6/03</a:t>
            </a:r>
          </a:p>
        </p:txBody>
      </p:sp>
    </p:spTree>
    <p:extLst>
      <p:ext uri="{BB962C8B-B14F-4D97-AF65-F5344CB8AC3E}">
        <p14:creationId xmlns:p14="http://schemas.microsoft.com/office/powerpoint/2010/main" val="3398634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A69D1-5650-4A70-8D0B-6E6417E6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讨论问题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0365B-F9AF-4CE5-BCC5-369863A3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是否允许发货后 7 天内的部分退款？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谁负责例外审批？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如何记录客服口径？</a:t>
            </a:r>
          </a:p>
        </p:txBody>
      </p:sp>
    </p:spTree>
    <p:extLst>
      <p:ext uri="{BB962C8B-B14F-4D97-AF65-F5344CB8AC3E}">
        <p14:creationId xmlns:p14="http://schemas.microsoft.com/office/powerpoint/2010/main" val="4612132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2026-08-11T14:21:37.8230000Z</dcterms:created>
  <dcterms:modified xsi:type="dcterms:W3CDTF">2026-08-11T14:21:37.8230000Z</dcterms:modified>
</coreProperties>
</file>