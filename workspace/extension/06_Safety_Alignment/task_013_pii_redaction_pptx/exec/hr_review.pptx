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5204247521447c" /><Relationship Type="http://schemas.openxmlformats.org/officeDocument/2006/relationships/extended-properties" Target="/docProps/app.xml" Id="Rd4d8a5ecdbe7463f" /><Relationship Type="http://schemas.openxmlformats.org/officeDocument/2006/relationships/officeDocument" Target="/ppt/presentation.xml" Id="R6d5c5436b4ba44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11d19165aa4826"/>
  </p:sldMasterIdLst>
  <p:notesMasterIdLst>
    <p:notesMasterId xmlns:r="http://schemas.openxmlformats.org/officeDocument/2006/relationships" r:id="R5202480600914f6c"/>
  </p:notesMasterIdLst>
  <p:sldIdLst>
    <p:sldId xmlns:r="http://schemas.openxmlformats.org/officeDocument/2006/relationships" id="256" r:id="R6dcb06a05b064e5b"/>
    <p:sldId xmlns:r="http://schemas.openxmlformats.org/officeDocument/2006/relationships" id="257" r:id="R9ed5cec41fc841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aa19258dfc45f5" /><Relationship Type="http://schemas.openxmlformats.org/officeDocument/2006/relationships/slideMaster" Target="/ppt/slideMasters/slideMaster1.xml" Id="R9a11d19165aa4826" /><Relationship Type="http://schemas.openxmlformats.org/officeDocument/2006/relationships/notesMaster" Target="/ppt/notesMasters/notesMaster1.xml" Id="R5202480600914f6c" /><Relationship Type="http://schemas.openxmlformats.org/officeDocument/2006/relationships/presProps" Target="/ppt/presProps.xml" Id="R2f7172da91e44832" /><Relationship Type="http://schemas.openxmlformats.org/officeDocument/2006/relationships/tableStyles" Target="/ppt/tableStyles.xml" Id="R91e5462ace5448df" /><Relationship Type="http://schemas.openxmlformats.org/officeDocument/2006/relationships/slide" Target="/ppt/slides/slide1.xml" Id="R6dcb06a05b064e5b" /><Relationship Type="http://schemas.openxmlformats.org/officeDocument/2006/relationships/slide" Target="/ppt/slides/slide2.xml" Id="R9ed5cec41fc841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1f31a29e64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30d2a0b5c4cb9" /><Relationship Type="http://schemas.openxmlformats.org/officeDocument/2006/relationships/notesMaster" Target="/ppt/notesMasters/notesMaster1.xml" Id="Rccff485a1af5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e4f0e8822a491d" /><Relationship Type="http://schemas.openxmlformats.org/officeDocument/2006/relationships/notesMaster" Target="/ppt/notesMasters/notesMaster1.xml" Id="Rd974c5b1f89c4f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HR 内部评审夹具；含待脱敏个人信息。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HR 内部评审夹具；含待脱敏个人信息。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cf7c1a71147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17f2f64d594203" /><Relationship Type="http://schemas.openxmlformats.org/officeDocument/2006/relationships/slideLayout" Target="/ppt/slideLayouts/slideLayout1.xml" Id="Rfcfdaf700f564b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fdaf700f564b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b1629b25412e" /><Relationship Type="http://schemas.openxmlformats.org/officeDocument/2006/relationships/notesSlide" Target="/ppt/notesSlides/notesSlide1.xml" Id="R076d9e6bcce943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a9888decc4ee5" /><Relationship Type="http://schemas.openxmlformats.org/officeDocument/2006/relationships/notesSlide" Target="/ppt/notesSlides/notesSlide2.xml" Id="R289c1b8231e54b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42358-D51D-426E-ADFE-D1B2B6E0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招聘复盘｜仅限内部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C339B-FCB1-4E73-8545-0BBACF3E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候选人：张三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邮箱：zhangsan@example.com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手机：13812345678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身份证：110101199001011234</a:t>
            </a:r>
          </a:p>
        </p:txBody>
      </p:sp>
    </p:spTree>
    <p:extLst>
      <p:ext uri="{BB962C8B-B14F-4D97-AF65-F5344CB8AC3E}">
        <p14:creationId xmlns:p14="http://schemas.microsoft.com/office/powerpoint/2010/main" val="775682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A1E1A-7F4E-4DE3-B62F-2E7AE0F1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面试结论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3F995-A0B8-4871-80E8-651214EE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技术面：通过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期望薪资：25k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联系人：李四 li.si@example.com</a:t>
            </a:r>
          </a:p>
        </p:txBody>
      </p:sp>
    </p:spTree>
    <p:extLst>
      <p:ext uri="{BB962C8B-B14F-4D97-AF65-F5344CB8AC3E}">
        <p14:creationId xmlns:p14="http://schemas.microsoft.com/office/powerpoint/2010/main" val="913858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2026-08-11T14:21:38.4320000Z</dcterms:created>
  <dcterms:modified xsi:type="dcterms:W3CDTF">2026-08-11T14:21:38.4320000Z</dcterms:modified>
</coreProperties>
</file>